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033D3-83BB-4AAE-9CBD-2A555A7EA35A}" v="17" dt="2026-04-19T20:24:04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svg"/><Relationship Id="rId1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1C96EF-28E8-4022-B289-69BBC61E5EF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141FC7-F4DE-4CCD-B3BC-88BBC174250E}">
      <dgm:prSet/>
      <dgm:spPr/>
      <dgm:t>
        <a:bodyPr/>
        <a:lstStyle/>
        <a:p>
          <a:r>
            <a:rPr lang="en-US" b="0"/>
            <a:t>• Compare hospitals across different domains</a:t>
          </a:r>
          <a:endParaRPr lang="en-US"/>
        </a:p>
      </dgm:t>
    </dgm:pt>
    <dgm:pt modelId="{751BFC93-6532-4775-B692-AF0544360A66}" type="parTrans" cxnId="{E9E83047-C02D-4884-8AB1-28A9C721F9D7}">
      <dgm:prSet/>
      <dgm:spPr/>
      <dgm:t>
        <a:bodyPr/>
        <a:lstStyle/>
        <a:p>
          <a:endParaRPr lang="en-US"/>
        </a:p>
      </dgm:t>
    </dgm:pt>
    <dgm:pt modelId="{5955AF44-C393-4336-B481-9965D3FC5949}" type="sibTrans" cxnId="{E9E83047-C02D-4884-8AB1-28A9C721F9D7}">
      <dgm:prSet/>
      <dgm:spPr/>
      <dgm:t>
        <a:bodyPr/>
        <a:lstStyle/>
        <a:p>
          <a:endParaRPr lang="en-US"/>
        </a:p>
      </dgm:t>
    </dgm:pt>
    <dgm:pt modelId="{C52F73CC-BC95-4D46-A8ED-4A213C8B967F}">
      <dgm:prSet/>
      <dgm:spPr/>
      <dgm:t>
        <a:bodyPr/>
        <a:lstStyle/>
        <a:p>
          <a:r>
            <a:rPr lang="en-US" b="0"/>
            <a:t>• Identify top and low performing hospitals</a:t>
          </a:r>
          <a:endParaRPr lang="en-US"/>
        </a:p>
      </dgm:t>
    </dgm:pt>
    <dgm:pt modelId="{B3FF50E6-BF4D-4080-BD46-ACEF7BFB6F86}" type="parTrans" cxnId="{622FD923-7B8B-48F2-B970-0DB7798B593A}">
      <dgm:prSet/>
      <dgm:spPr/>
      <dgm:t>
        <a:bodyPr/>
        <a:lstStyle/>
        <a:p>
          <a:endParaRPr lang="en-US"/>
        </a:p>
      </dgm:t>
    </dgm:pt>
    <dgm:pt modelId="{3ACA164F-6D51-41E0-AAE6-E44CF95C4382}" type="sibTrans" cxnId="{622FD923-7B8B-48F2-B970-0DB7798B593A}">
      <dgm:prSet/>
      <dgm:spPr/>
      <dgm:t>
        <a:bodyPr/>
        <a:lstStyle/>
        <a:p>
          <a:endParaRPr lang="en-US"/>
        </a:p>
      </dgm:t>
    </dgm:pt>
    <dgm:pt modelId="{8C3DF327-2241-4DD0-908D-2FDB23235B18}">
      <dgm:prSet/>
      <dgm:spPr/>
      <dgm:t>
        <a:bodyPr/>
        <a:lstStyle/>
        <a:p>
          <a:r>
            <a:rPr lang="en-US" b="0"/>
            <a:t>• Analyze state wise healthcare quality</a:t>
          </a:r>
          <a:endParaRPr lang="en-US"/>
        </a:p>
      </dgm:t>
    </dgm:pt>
    <dgm:pt modelId="{B32C5D73-1DAA-43E2-AD0B-29E89110634B}" type="parTrans" cxnId="{22290A30-197F-4169-B7A2-FE97D0008341}">
      <dgm:prSet/>
      <dgm:spPr/>
      <dgm:t>
        <a:bodyPr/>
        <a:lstStyle/>
        <a:p>
          <a:endParaRPr lang="en-US"/>
        </a:p>
      </dgm:t>
    </dgm:pt>
    <dgm:pt modelId="{00D3450E-0906-4331-AFF5-52990F5D4A4F}" type="sibTrans" cxnId="{22290A30-197F-4169-B7A2-FE97D0008341}">
      <dgm:prSet/>
      <dgm:spPr/>
      <dgm:t>
        <a:bodyPr/>
        <a:lstStyle/>
        <a:p>
          <a:endParaRPr lang="en-US"/>
        </a:p>
      </dgm:t>
    </dgm:pt>
    <dgm:pt modelId="{096670F6-149C-47A6-AF64-8A7AF9CED963}">
      <dgm:prSet/>
      <dgm:spPr/>
      <dgm:t>
        <a:bodyPr/>
        <a:lstStyle/>
        <a:p>
          <a:r>
            <a:rPr lang="en-US" b="0"/>
            <a:t>• Understand ownership and hospital type impact</a:t>
          </a:r>
          <a:endParaRPr lang="en-US"/>
        </a:p>
      </dgm:t>
    </dgm:pt>
    <dgm:pt modelId="{F2174FFA-F7DE-4E07-8074-95000973D880}" type="parTrans" cxnId="{2C54170A-88E2-43BE-BFE3-2BADD7133930}">
      <dgm:prSet/>
      <dgm:spPr/>
      <dgm:t>
        <a:bodyPr/>
        <a:lstStyle/>
        <a:p>
          <a:endParaRPr lang="en-US"/>
        </a:p>
      </dgm:t>
    </dgm:pt>
    <dgm:pt modelId="{91964CCE-AD21-4CE0-A215-93CB9AC04A66}" type="sibTrans" cxnId="{2C54170A-88E2-43BE-BFE3-2BADD7133930}">
      <dgm:prSet/>
      <dgm:spPr/>
      <dgm:t>
        <a:bodyPr/>
        <a:lstStyle/>
        <a:p>
          <a:endParaRPr lang="en-US"/>
        </a:p>
      </dgm:t>
    </dgm:pt>
    <dgm:pt modelId="{82125B47-8BA8-4EA8-990A-7143FC000061}">
      <dgm:prSet/>
      <dgm:spPr/>
      <dgm:t>
        <a:bodyPr/>
        <a:lstStyle/>
        <a:p>
          <a:r>
            <a:rPr lang="en-US" b="0"/>
            <a:t>• Detect areas needing improvement</a:t>
          </a:r>
          <a:endParaRPr lang="en-US"/>
        </a:p>
      </dgm:t>
    </dgm:pt>
    <dgm:pt modelId="{558F040B-0912-4775-A5FC-0947F0A11AA2}" type="parTrans" cxnId="{6FE72183-E260-450E-A3F4-DE8ED9AB1126}">
      <dgm:prSet/>
      <dgm:spPr/>
      <dgm:t>
        <a:bodyPr/>
        <a:lstStyle/>
        <a:p>
          <a:endParaRPr lang="en-US"/>
        </a:p>
      </dgm:t>
    </dgm:pt>
    <dgm:pt modelId="{37F33842-AFDB-4AD3-B393-E302AA5C8CE6}" type="sibTrans" cxnId="{6FE72183-E260-450E-A3F4-DE8ED9AB1126}">
      <dgm:prSet/>
      <dgm:spPr/>
      <dgm:t>
        <a:bodyPr/>
        <a:lstStyle/>
        <a:p>
          <a:endParaRPr lang="en-US"/>
        </a:p>
      </dgm:t>
    </dgm:pt>
    <dgm:pt modelId="{DB846739-320B-4A84-B9D2-E6F36639C112}">
      <dgm:prSet/>
      <dgm:spPr/>
      <dgm:t>
        <a:bodyPr/>
        <a:lstStyle/>
        <a:p>
          <a:r>
            <a:rPr lang="en-US" b="0"/>
            <a:t>• Support data driven decision making</a:t>
          </a:r>
          <a:endParaRPr lang="en-US"/>
        </a:p>
      </dgm:t>
    </dgm:pt>
    <dgm:pt modelId="{7D4245E0-AE1D-4634-B723-CDDE86A4A2CF}" type="parTrans" cxnId="{DFE42A2F-63DF-4CE0-852B-255FC909348E}">
      <dgm:prSet/>
      <dgm:spPr/>
      <dgm:t>
        <a:bodyPr/>
        <a:lstStyle/>
        <a:p>
          <a:endParaRPr lang="en-US"/>
        </a:p>
      </dgm:t>
    </dgm:pt>
    <dgm:pt modelId="{2AA09552-65E5-4D7A-858B-01F0DDFCEE66}" type="sibTrans" cxnId="{DFE42A2F-63DF-4CE0-852B-255FC909348E}">
      <dgm:prSet/>
      <dgm:spPr/>
      <dgm:t>
        <a:bodyPr/>
        <a:lstStyle/>
        <a:p>
          <a:endParaRPr lang="en-US"/>
        </a:p>
      </dgm:t>
    </dgm:pt>
    <dgm:pt modelId="{86926B40-2122-49B9-8971-00766F327559}" type="pres">
      <dgm:prSet presAssocID="{971C96EF-28E8-4022-B289-69BBC61E5EF6}" presName="linear" presStyleCnt="0">
        <dgm:presLayoutVars>
          <dgm:animLvl val="lvl"/>
          <dgm:resizeHandles val="exact"/>
        </dgm:presLayoutVars>
      </dgm:prSet>
      <dgm:spPr/>
    </dgm:pt>
    <dgm:pt modelId="{47EA70BD-8401-40E4-8895-C08AE30E3FEC}" type="pres">
      <dgm:prSet presAssocID="{71141FC7-F4DE-4CCD-B3BC-88BBC174250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420FDE9-3F64-4A5F-9A1F-FDC1FF1FEEED}" type="pres">
      <dgm:prSet presAssocID="{5955AF44-C393-4336-B481-9965D3FC5949}" presName="spacer" presStyleCnt="0"/>
      <dgm:spPr/>
    </dgm:pt>
    <dgm:pt modelId="{940BC2CE-C582-4F9F-81D4-6B2B6B293AF9}" type="pres">
      <dgm:prSet presAssocID="{C52F73CC-BC95-4D46-A8ED-4A213C8B967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2560453-EA9D-49F7-8A73-4251B1544D9C}" type="pres">
      <dgm:prSet presAssocID="{3ACA164F-6D51-41E0-AAE6-E44CF95C4382}" presName="spacer" presStyleCnt="0"/>
      <dgm:spPr/>
    </dgm:pt>
    <dgm:pt modelId="{615E3080-28DA-45A5-9275-C8CD2A1EE5F6}" type="pres">
      <dgm:prSet presAssocID="{8C3DF327-2241-4DD0-908D-2FDB23235B1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ECF678F-0084-47CE-A74E-5E60A886D999}" type="pres">
      <dgm:prSet presAssocID="{00D3450E-0906-4331-AFF5-52990F5D4A4F}" presName="spacer" presStyleCnt="0"/>
      <dgm:spPr/>
    </dgm:pt>
    <dgm:pt modelId="{FEDA0301-033A-42FB-93E5-46ADFD6D918D}" type="pres">
      <dgm:prSet presAssocID="{096670F6-149C-47A6-AF64-8A7AF9CED96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C1EB459-0643-4FA1-B69E-154F2E4CAB46}" type="pres">
      <dgm:prSet presAssocID="{91964CCE-AD21-4CE0-A215-93CB9AC04A66}" presName="spacer" presStyleCnt="0"/>
      <dgm:spPr/>
    </dgm:pt>
    <dgm:pt modelId="{74FCF98D-A28A-4914-B363-14659F72E608}" type="pres">
      <dgm:prSet presAssocID="{82125B47-8BA8-4EA8-990A-7143FC00006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D830894-9AE3-4C3C-AD72-C84D204D2B42}" type="pres">
      <dgm:prSet presAssocID="{37F33842-AFDB-4AD3-B393-E302AA5C8CE6}" presName="spacer" presStyleCnt="0"/>
      <dgm:spPr/>
    </dgm:pt>
    <dgm:pt modelId="{AB8A5BB1-546C-4636-B318-9E66FD630D37}" type="pres">
      <dgm:prSet presAssocID="{DB846739-320B-4A84-B9D2-E6F36639C11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C54170A-88E2-43BE-BFE3-2BADD7133930}" srcId="{971C96EF-28E8-4022-B289-69BBC61E5EF6}" destId="{096670F6-149C-47A6-AF64-8A7AF9CED963}" srcOrd="3" destOrd="0" parTransId="{F2174FFA-F7DE-4E07-8074-95000973D880}" sibTransId="{91964CCE-AD21-4CE0-A215-93CB9AC04A66}"/>
    <dgm:cxn modelId="{622FD923-7B8B-48F2-B970-0DB7798B593A}" srcId="{971C96EF-28E8-4022-B289-69BBC61E5EF6}" destId="{C52F73CC-BC95-4D46-A8ED-4A213C8B967F}" srcOrd="1" destOrd="0" parTransId="{B3FF50E6-BF4D-4080-BD46-ACEF7BFB6F86}" sibTransId="{3ACA164F-6D51-41E0-AAE6-E44CF95C4382}"/>
    <dgm:cxn modelId="{DFE42A2F-63DF-4CE0-852B-255FC909348E}" srcId="{971C96EF-28E8-4022-B289-69BBC61E5EF6}" destId="{DB846739-320B-4A84-B9D2-E6F36639C112}" srcOrd="5" destOrd="0" parTransId="{7D4245E0-AE1D-4634-B723-CDDE86A4A2CF}" sibTransId="{2AA09552-65E5-4D7A-858B-01F0DDFCEE66}"/>
    <dgm:cxn modelId="{22290A30-197F-4169-B7A2-FE97D0008341}" srcId="{971C96EF-28E8-4022-B289-69BBC61E5EF6}" destId="{8C3DF327-2241-4DD0-908D-2FDB23235B18}" srcOrd="2" destOrd="0" parTransId="{B32C5D73-1DAA-43E2-AD0B-29E89110634B}" sibTransId="{00D3450E-0906-4331-AFF5-52990F5D4A4F}"/>
    <dgm:cxn modelId="{8542E130-1B22-4D99-85C6-9304C24A0553}" type="presOf" srcId="{DB846739-320B-4A84-B9D2-E6F36639C112}" destId="{AB8A5BB1-546C-4636-B318-9E66FD630D37}" srcOrd="0" destOrd="0" presId="urn:microsoft.com/office/officeart/2005/8/layout/vList2"/>
    <dgm:cxn modelId="{0E819B5B-67CC-4636-804D-6F5B387C3D77}" type="presOf" srcId="{096670F6-149C-47A6-AF64-8A7AF9CED963}" destId="{FEDA0301-033A-42FB-93E5-46ADFD6D918D}" srcOrd="0" destOrd="0" presId="urn:microsoft.com/office/officeart/2005/8/layout/vList2"/>
    <dgm:cxn modelId="{83F5E35D-FF88-4648-9BBB-2CDE1D03983B}" type="presOf" srcId="{82125B47-8BA8-4EA8-990A-7143FC000061}" destId="{74FCF98D-A28A-4914-B363-14659F72E608}" srcOrd="0" destOrd="0" presId="urn:microsoft.com/office/officeart/2005/8/layout/vList2"/>
    <dgm:cxn modelId="{16992063-98A7-4EBF-A3BB-2A8F71F84983}" type="presOf" srcId="{C52F73CC-BC95-4D46-A8ED-4A213C8B967F}" destId="{940BC2CE-C582-4F9F-81D4-6B2B6B293AF9}" srcOrd="0" destOrd="0" presId="urn:microsoft.com/office/officeart/2005/8/layout/vList2"/>
    <dgm:cxn modelId="{E9E83047-C02D-4884-8AB1-28A9C721F9D7}" srcId="{971C96EF-28E8-4022-B289-69BBC61E5EF6}" destId="{71141FC7-F4DE-4CCD-B3BC-88BBC174250E}" srcOrd="0" destOrd="0" parTransId="{751BFC93-6532-4775-B692-AF0544360A66}" sibTransId="{5955AF44-C393-4336-B481-9965D3FC5949}"/>
    <dgm:cxn modelId="{8E86ED7E-BF1F-41D7-8B72-116702A37FBE}" type="presOf" srcId="{71141FC7-F4DE-4CCD-B3BC-88BBC174250E}" destId="{47EA70BD-8401-40E4-8895-C08AE30E3FEC}" srcOrd="0" destOrd="0" presId="urn:microsoft.com/office/officeart/2005/8/layout/vList2"/>
    <dgm:cxn modelId="{6FE72183-E260-450E-A3F4-DE8ED9AB1126}" srcId="{971C96EF-28E8-4022-B289-69BBC61E5EF6}" destId="{82125B47-8BA8-4EA8-990A-7143FC000061}" srcOrd="4" destOrd="0" parTransId="{558F040B-0912-4775-A5FC-0947F0A11AA2}" sibTransId="{37F33842-AFDB-4AD3-B393-E302AA5C8CE6}"/>
    <dgm:cxn modelId="{E9EB30C7-6FDC-4291-9411-44EEE068D8D6}" type="presOf" srcId="{8C3DF327-2241-4DD0-908D-2FDB23235B18}" destId="{615E3080-28DA-45A5-9275-C8CD2A1EE5F6}" srcOrd="0" destOrd="0" presId="urn:microsoft.com/office/officeart/2005/8/layout/vList2"/>
    <dgm:cxn modelId="{9BE902DC-1CE3-4D3C-B34D-5053C18A5467}" type="presOf" srcId="{971C96EF-28E8-4022-B289-69BBC61E5EF6}" destId="{86926B40-2122-49B9-8971-00766F327559}" srcOrd="0" destOrd="0" presId="urn:microsoft.com/office/officeart/2005/8/layout/vList2"/>
    <dgm:cxn modelId="{59F4CADF-D7B9-43E2-9774-E818F6D09867}" type="presParOf" srcId="{86926B40-2122-49B9-8971-00766F327559}" destId="{47EA70BD-8401-40E4-8895-C08AE30E3FEC}" srcOrd="0" destOrd="0" presId="urn:microsoft.com/office/officeart/2005/8/layout/vList2"/>
    <dgm:cxn modelId="{E9043646-BF13-422F-B8D4-96927703FB77}" type="presParOf" srcId="{86926B40-2122-49B9-8971-00766F327559}" destId="{9420FDE9-3F64-4A5F-9A1F-FDC1FF1FEEED}" srcOrd="1" destOrd="0" presId="urn:microsoft.com/office/officeart/2005/8/layout/vList2"/>
    <dgm:cxn modelId="{54A183D6-A594-49EF-8272-A6BA469CE698}" type="presParOf" srcId="{86926B40-2122-49B9-8971-00766F327559}" destId="{940BC2CE-C582-4F9F-81D4-6B2B6B293AF9}" srcOrd="2" destOrd="0" presId="urn:microsoft.com/office/officeart/2005/8/layout/vList2"/>
    <dgm:cxn modelId="{F9FA2DBC-FFD1-42DC-8261-121BC4C2623D}" type="presParOf" srcId="{86926B40-2122-49B9-8971-00766F327559}" destId="{32560453-EA9D-49F7-8A73-4251B1544D9C}" srcOrd="3" destOrd="0" presId="urn:microsoft.com/office/officeart/2005/8/layout/vList2"/>
    <dgm:cxn modelId="{48E7A65D-EE7A-447E-B8DB-8F83C85E2B9D}" type="presParOf" srcId="{86926B40-2122-49B9-8971-00766F327559}" destId="{615E3080-28DA-45A5-9275-C8CD2A1EE5F6}" srcOrd="4" destOrd="0" presId="urn:microsoft.com/office/officeart/2005/8/layout/vList2"/>
    <dgm:cxn modelId="{9A91BA23-6F18-4C6E-8442-2E21787CA825}" type="presParOf" srcId="{86926B40-2122-49B9-8971-00766F327559}" destId="{0ECF678F-0084-47CE-A74E-5E60A886D999}" srcOrd="5" destOrd="0" presId="urn:microsoft.com/office/officeart/2005/8/layout/vList2"/>
    <dgm:cxn modelId="{85FC3BF1-3DB0-4C93-ABF0-C67C49426A6B}" type="presParOf" srcId="{86926B40-2122-49B9-8971-00766F327559}" destId="{FEDA0301-033A-42FB-93E5-46ADFD6D918D}" srcOrd="6" destOrd="0" presId="urn:microsoft.com/office/officeart/2005/8/layout/vList2"/>
    <dgm:cxn modelId="{820E489A-5393-4B7B-896F-85B8D57AD90C}" type="presParOf" srcId="{86926B40-2122-49B9-8971-00766F327559}" destId="{CC1EB459-0643-4FA1-B69E-154F2E4CAB46}" srcOrd="7" destOrd="0" presId="urn:microsoft.com/office/officeart/2005/8/layout/vList2"/>
    <dgm:cxn modelId="{67EBD849-AD77-4301-9BD2-5EFD8535599A}" type="presParOf" srcId="{86926B40-2122-49B9-8971-00766F327559}" destId="{74FCF98D-A28A-4914-B363-14659F72E608}" srcOrd="8" destOrd="0" presId="urn:microsoft.com/office/officeart/2005/8/layout/vList2"/>
    <dgm:cxn modelId="{19A4F3A6-3E1F-4071-915A-F7F1445C5089}" type="presParOf" srcId="{86926B40-2122-49B9-8971-00766F327559}" destId="{2D830894-9AE3-4C3C-AD72-C84D204D2B42}" srcOrd="9" destOrd="0" presId="urn:microsoft.com/office/officeart/2005/8/layout/vList2"/>
    <dgm:cxn modelId="{A97EEEA1-0003-466A-980C-D675A7245336}" type="presParOf" srcId="{86926B40-2122-49B9-8971-00766F327559}" destId="{AB8A5BB1-546C-4636-B318-9E66FD630D3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1F0296-9A09-405B-8384-BC386CAA3397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F85C43-CC1A-4B52-AC7E-6BF6DBDF5E7A}">
      <dgm:prSet/>
      <dgm:spPr/>
      <dgm:t>
        <a:bodyPr/>
        <a:lstStyle/>
        <a:p>
          <a:r>
            <a:rPr lang="en-US" b="0"/>
            <a:t>• Hospital Name</a:t>
          </a:r>
          <a:endParaRPr lang="en-US"/>
        </a:p>
      </dgm:t>
    </dgm:pt>
    <dgm:pt modelId="{E5850D75-1BD8-4C10-8BF4-4EC303C1D6EC}" type="parTrans" cxnId="{F692C215-86E6-4A5B-9710-3144ECB85479}">
      <dgm:prSet/>
      <dgm:spPr/>
      <dgm:t>
        <a:bodyPr/>
        <a:lstStyle/>
        <a:p>
          <a:endParaRPr lang="en-US"/>
        </a:p>
      </dgm:t>
    </dgm:pt>
    <dgm:pt modelId="{AA1F2DDE-6255-4F4E-9E45-CC5D998D2AEE}" type="sibTrans" cxnId="{F692C215-86E6-4A5B-9710-3144ECB85479}">
      <dgm:prSet/>
      <dgm:spPr/>
      <dgm:t>
        <a:bodyPr/>
        <a:lstStyle/>
        <a:p>
          <a:endParaRPr lang="en-US"/>
        </a:p>
      </dgm:t>
    </dgm:pt>
    <dgm:pt modelId="{B0779730-4017-4AAF-8C45-6E3FF434FEDD}">
      <dgm:prSet/>
      <dgm:spPr/>
      <dgm:t>
        <a:bodyPr/>
        <a:lstStyle/>
        <a:p>
          <a:r>
            <a:rPr lang="en-US" b="0"/>
            <a:t>• State</a:t>
          </a:r>
          <a:endParaRPr lang="en-US"/>
        </a:p>
      </dgm:t>
    </dgm:pt>
    <dgm:pt modelId="{264224E0-6272-4919-9EFE-F1B068F910B4}" type="parTrans" cxnId="{65B68B8D-E9DD-4AC6-8769-7F3CBF88D28C}">
      <dgm:prSet/>
      <dgm:spPr/>
      <dgm:t>
        <a:bodyPr/>
        <a:lstStyle/>
        <a:p>
          <a:endParaRPr lang="en-US"/>
        </a:p>
      </dgm:t>
    </dgm:pt>
    <dgm:pt modelId="{4B3ECAB4-E14B-41FA-A40E-782AB8F7A66C}" type="sibTrans" cxnId="{65B68B8D-E9DD-4AC6-8769-7F3CBF88D28C}">
      <dgm:prSet/>
      <dgm:spPr/>
      <dgm:t>
        <a:bodyPr/>
        <a:lstStyle/>
        <a:p>
          <a:endParaRPr lang="en-US"/>
        </a:p>
      </dgm:t>
    </dgm:pt>
    <dgm:pt modelId="{E4A494A7-3531-4BF8-B2B9-67A5E477AA5D}">
      <dgm:prSet/>
      <dgm:spPr/>
      <dgm:t>
        <a:bodyPr/>
        <a:lstStyle/>
        <a:p>
          <a:r>
            <a:rPr lang="en-US" b="0"/>
            <a:t>• Ownership Type</a:t>
          </a:r>
          <a:endParaRPr lang="en-US"/>
        </a:p>
      </dgm:t>
    </dgm:pt>
    <dgm:pt modelId="{D4F349AB-3232-4BEB-BEA7-194211E49ABB}" type="parTrans" cxnId="{A30CD4EE-4610-4AF8-9AC0-B9C3752947C8}">
      <dgm:prSet/>
      <dgm:spPr/>
      <dgm:t>
        <a:bodyPr/>
        <a:lstStyle/>
        <a:p>
          <a:endParaRPr lang="en-US"/>
        </a:p>
      </dgm:t>
    </dgm:pt>
    <dgm:pt modelId="{D0653E53-7324-4217-96A4-008791928FB6}" type="sibTrans" cxnId="{A30CD4EE-4610-4AF8-9AC0-B9C3752947C8}">
      <dgm:prSet/>
      <dgm:spPr/>
      <dgm:t>
        <a:bodyPr/>
        <a:lstStyle/>
        <a:p>
          <a:endParaRPr lang="en-US"/>
        </a:p>
      </dgm:t>
    </dgm:pt>
    <dgm:pt modelId="{C32C2B32-29EE-4137-B1FB-C42A26AC03E4}">
      <dgm:prSet/>
      <dgm:spPr/>
      <dgm:t>
        <a:bodyPr/>
        <a:lstStyle/>
        <a:p>
          <a:r>
            <a:rPr lang="en-US" b="0"/>
            <a:t>• Hospital Type</a:t>
          </a:r>
          <a:endParaRPr lang="en-US"/>
        </a:p>
      </dgm:t>
    </dgm:pt>
    <dgm:pt modelId="{72076A33-1D46-411F-81A0-13D718B238B4}" type="parTrans" cxnId="{35CD2760-279C-45AE-BCE9-31A162C618DD}">
      <dgm:prSet/>
      <dgm:spPr/>
      <dgm:t>
        <a:bodyPr/>
        <a:lstStyle/>
        <a:p>
          <a:endParaRPr lang="en-US"/>
        </a:p>
      </dgm:t>
    </dgm:pt>
    <dgm:pt modelId="{CB5CC1EB-E3D0-49F6-958D-2B027293C397}" type="sibTrans" cxnId="{35CD2760-279C-45AE-BCE9-31A162C618DD}">
      <dgm:prSet/>
      <dgm:spPr/>
      <dgm:t>
        <a:bodyPr/>
        <a:lstStyle/>
        <a:p>
          <a:endParaRPr lang="en-US"/>
        </a:p>
      </dgm:t>
    </dgm:pt>
    <dgm:pt modelId="{A3433342-FE2B-47EC-B965-1AB90FC30CFC}">
      <dgm:prSet/>
      <dgm:spPr/>
      <dgm:t>
        <a:bodyPr/>
        <a:lstStyle/>
        <a:p>
          <a:r>
            <a:rPr lang="en-US" b="0"/>
            <a:t>• Emergency Services</a:t>
          </a:r>
          <a:endParaRPr lang="en-US"/>
        </a:p>
      </dgm:t>
    </dgm:pt>
    <dgm:pt modelId="{F86E4561-4AC6-45C5-96DC-D7E712809190}" type="parTrans" cxnId="{479A5AE3-1562-402E-A079-FA2AA80321F5}">
      <dgm:prSet/>
      <dgm:spPr/>
      <dgm:t>
        <a:bodyPr/>
        <a:lstStyle/>
        <a:p>
          <a:endParaRPr lang="en-US"/>
        </a:p>
      </dgm:t>
    </dgm:pt>
    <dgm:pt modelId="{E4364CE6-25B5-4CB7-ABE1-E7754802F408}" type="sibTrans" cxnId="{479A5AE3-1562-402E-A079-FA2AA80321F5}">
      <dgm:prSet/>
      <dgm:spPr/>
      <dgm:t>
        <a:bodyPr/>
        <a:lstStyle/>
        <a:p>
          <a:endParaRPr lang="en-US"/>
        </a:p>
      </dgm:t>
    </dgm:pt>
    <dgm:pt modelId="{5C0C473B-9C6E-4E67-AB7D-A066BCA4B211}">
      <dgm:prSet/>
      <dgm:spPr/>
      <dgm:t>
        <a:bodyPr/>
        <a:lstStyle/>
        <a:p>
          <a:r>
            <a:rPr lang="en-US" b="0"/>
            <a:t>• Overall Rating</a:t>
          </a:r>
          <a:endParaRPr lang="en-US"/>
        </a:p>
      </dgm:t>
    </dgm:pt>
    <dgm:pt modelId="{C3BB65DD-79E0-44C2-BB23-3652D436FDFE}" type="parTrans" cxnId="{EB803F21-A3C4-4307-A922-FAA684C3C4A8}">
      <dgm:prSet/>
      <dgm:spPr/>
      <dgm:t>
        <a:bodyPr/>
        <a:lstStyle/>
        <a:p>
          <a:endParaRPr lang="en-US"/>
        </a:p>
      </dgm:t>
    </dgm:pt>
    <dgm:pt modelId="{56FC3632-E659-4CE3-82E6-A9304EDDF318}" type="sibTrans" cxnId="{EB803F21-A3C4-4307-A922-FAA684C3C4A8}">
      <dgm:prSet/>
      <dgm:spPr/>
      <dgm:t>
        <a:bodyPr/>
        <a:lstStyle/>
        <a:p>
          <a:endParaRPr lang="en-US"/>
        </a:p>
      </dgm:t>
    </dgm:pt>
    <dgm:pt modelId="{EA24710A-1E0D-4F54-A3C8-AADD1BC38057}">
      <dgm:prSet/>
      <dgm:spPr/>
      <dgm:t>
        <a:bodyPr/>
        <a:lstStyle/>
        <a:p>
          <a:r>
            <a:rPr lang="en-US" b="0"/>
            <a:t>• Mortality Score</a:t>
          </a:r>
          <a:endParaRPr lang="en-US"/>
        </a:p>
      </dgm:t>
    </dgm:pt>
    <dgm:pt modelId="{244F23B8-979B-4034-92E3-8B07C995D4FB}" type="parTrans" cxnId="{C699548D-F235-497F-940B-5BA3D2DCAEC6}">
      <dgm:prSet/>
      <dgm:spPr/>
      <dgm:t>
        <a:bodyPr/>
        <a:lstStyle/>
        <a:p>
          <a:endParaRPr lang="en-US"/>
        </a:p>
      </dgm:t>
    </dgm:pt>
    <dgm:pt modelId="{B3CE7DEA-EA86-4D4F-8FA0-C3EEB1AC0E39}" type="sibTrans" cxnId="{C699548D-F235-497F-940B-5BA3D2DCAEC6}">
      <dgm:prSet/>
      <dgm:spPr/>
      <dgm:t>
        <a:bodyPr/>
        <a:lstStyle/>
        <a:p>
          <a:endParaRPr lang="en-US"/>
        </a:p>
      </dgm:t>
    </dgm:pt>
    <dgm:pt modelId="{1F454DBE-F52D-4497-B160-70A2FFDD2CF4}">
      <dgm:prSet/>
      <dgm:spPr/>
      <dgm:t>
        <a:bodyPr/>
        <a:lstStyle/>
        <a:p>
          <a:r>
            <a:rPr lang="en-US" b="0"/>
            <a:t>• Safety Score</a:t>
          </a:r>
          <a:endParaRPr lang="en-US"/>
        </a:p>
      </dgm:t>
    </dgm:pt>
    <dgm:pt modelId="{3E7B183F-B11B-4A98-8629-E73ABEA2815A}" type="parTrans" cxnId="{3EFC0160-4C83-4E51-A3A8-2D1A7A82AC32}">
      <dgm:prSet/>
      <dgm:spPr/>
      <dgm:t>
        <a:bodyPr/>
        <a:lstStyle/>
        <a:p>
          <a:endParaRPr lang="en-US"/>
        </a:p>
      </dgm:t>
    </dgm:pt>
    <dgm:pt modelId="{E77A588A-7592-4A02-A687-5282F0CB6276}" type="sibTrans" cxnId="{3EFC0160-4C83-4E51-A3A8-2D1A7A82AC32}">
      <dgm:prSet/>
      <dgm:spPr/>
      <dgm:t>
        <a:bodyPr/>
        <a:lstStyle/>
        <a:p>
          <a:endParaRPr lang="en-US"/>
        </a:p>
      </dgm:t>
    </dgm:pt>
    <dgm:pt modelId="{2280D794-ED5E-4A62-8F7A-540B8D77237B}">
      <dgm:prSet/>
      <dgm:spPr/>
      <dgm:t>
        <a:bodyPr/>
        <a:lstStyle/>
        <a:p>
          <a:r>
            <a:rPr lang="en-US" b="0"/>
            <a:t>• Readmission Score</a:t>
          </a:r>
          <a:endParaRPr lang="en-US"/>
        </a:p>
      </dgm:t>
    </dgm:pt>
    <dgm:pt modelId="{6F1CAF63-E97A-4D09-B455-43E1A5ABA75F}" type="parTrans" cxnId="{7EC3D184-19BB-4094-9969-6CAB795F0AE3}">
      <dgm:prSet/>
      <dgm:spPr/>
      <dgm:t>
        <a:bodyPr/>
        <a:lstStyle/>
        <a:p>
          <a:endParaRPr lang="en-US"/>
        </a:p>
      </dgm:t>
    </dgm:pt>
    <dgm:pt modelId="{601BF060-DD5E-4F2C-BED1-729EF9C30FF0}" type="sibTrans" cxnId="{7EC3D184-19BB-4094-9969-6CAB795F0AE3}">
      <dgm:prSet/>
      <dgm:spPr/>
      <dgm:t>
        <a:bodyPr/>
        <a:lstStyle/>
        <a:p>
          <a:endParaRPr lang="en-US"/>
        </a:p>
      </dgm:t>
    </dgm:pt>
    <dgm:pt modelId="{65430C95-C622-4D07-8DE6-2179DADFA0D1}">
      <dgm:prSet/>
      <dgm:spPr/>
      <dgm:t>
        <a:bodyPr/>
        <a:lstStyle/>
        <a:p>
          <a:r>
            <a:rPr lang="en-US" b="0"/>
            <a:t>• Patient Experience Score</a:t>
          </a:r>
          <a:endParaRPr lang="en-US"/>
        </a:p>
      </dgm:t>
    </dgm:pt>
    <dgm:pt modelId="{08F0B49A-C91B-4F4C-B9AF-FBD0AE225ECF}" type="parTrans" cxnId="{4B6403F9-B28F-40BB-A03B-CCC6E0788120}">
      <dgm:prSet/>
      <dgm:spPr/>
      <dgm:t>
        <a:bodyPr/>
        <a:lstStyle/>
        <a:p>
          <a:endParaRPr lang="en-US"/>
        </a:p>
      </dgm:t>
    </dgm:pt>
    <dgm:pt modelId="{9E60DBDE-9110-4D9D-9A95-B4F8269085E5}" type="sibTrans" cxnId="{4B6403F9-B28F-40BB-A03B-CCC6E0788120}">
      <dgm:prSet/>
      <dgm:spPr/>
      <dgm:t>
        <a:bodyPr/>
        <a:lstStyle/>
        <a:p>
          <a:endParaRPr lang="en-US"/>
        </a:p>
      </dgm:t>
    </dgm:pt>
    <dgm:pt modelId="{07402B5E-A048-4932-9DC0-A05162F35D3E}" type="pres">
      <dgm:prSet presAssocID="{FD1F0296-9A09-405B-8384-BC386CAA3397}" presName="vert0" presStyleCnt="0">
        <dgm:presLayoutVars>
          <dgm:dir/>
          <dgm:animOne val="branch"/>
          <dgm:animLvl val="lvl"/>
        </dgm:presLayoutVars>
      </dgm:prSet>
      <dgm:spPr/>
    </dgm:pt>
    <dgm:pt modelId="{048DB06D-1DA1-48B4-AA2C-40A932E8C643}" type="pres">
      <dgm:prSet presAssocID="{A7F85C43-CC1A-4B52-AC7E-6BF6DBDF5E7A}" presName="thickLine" presStyleLbl="alignNode1" presStyleIdx="0" presStyleCnt="10"/>
      <dgm:spPr/>
    </dgm:pt>
    <dgm:pt modelId="{5056AB38-8760-4A80-ADEF-B2DA680FF7AF}" type="pres">
      <dgm:prSet presAssocID="{A7F85C43-CC1A-4B52-AC7E-6BF6DBDF5E7A}" presName="horz1" presStyleCnt="0"/>
      <dgm:spPr/>
    </dgm:pt>
    <dgm:pt modelId="{36A87674-B2E5-4C48-8C42-3377E8867D6B}" type="pres">
      <dgm:prSet presAssocID="{A7F85C43-CC1A-4B52-AC7E-6BF6DBDF5E7A}" presName="tx1" presStyleLbl="revTx" presStyleIdx="0" presStyleCnt="10"/>
      <dgm:spPr/>
    </dgm:pt>
    <dgm:pt modelId="{E14CAFA0-CA7A-4446-829D-85CE220C6646}" type="pres">
      <dgm:prSet presAssocID="{A7F85C43-CC1A-4B52-AC7E-6BF6DBDF5E7A}" presName="vert1" presStyleCnt="0"/>
      <dgm:spPr/>
    </dgm:pt>
    <dgm:pt modelId="{2A05AE73-0923-4458-BB43-16561BF4F3A2}" type="pres">
      <dgm:prSet presAssocID="{B0779730-4017-4AAF-8C45-6E3FF434FEDD}" presName="thickLine" presStyleLbl="alignNode1" presStyleIdx="1" presStyleCnt="10"/>
      <dgm:spPr/>
    </dgm:pt>
    <dgm:pt modelId="{23113B3A-5459-4593-A270-7D467FAA860F}" type="pres">
      <dgm:prSet presAssocID="{B0779730-4017-4AAF-8C45-6E3FF434FEDD}" presName="horz1" presStyleCnt="0"/>
      <dgm:spPr/>
    </dgm:pt>
    <dgm:pt modelId="{CD23FB9D-4CBD-4FBC-93DB-C32772FB174F}" type="pres">
      <dgm:prSet presAssocID="{B0779730-4017-4AAF-8C45-6E3FF434FEDD}" presName="tx1" presStyleLbl="revTx" presStyleIdx="1" presStyleCnt="10"/>
      <dgm:spPr/>
    </dgm:pt>
    <dgm:pt modelId="{F7F9CF89-D2AC-4C6E-866F-E55B068C2125}" type="pres">
      <dgm:prSet presAssocID="{B0779730-4017-4AAF-8C45-6E3FF434FEDD}" presName="vert1" presStyleCnt="0"/>
      <dgm:spPr/>
    </dgm:pt>
    <dgm:pt modelId="{7D624A0E-F036-4F14-B494-5CC01E8ABB12}" type="pres">
      <dgm:prSet presAssocID="{E4A494A7-3531-4BF8-B2B9-67A5E477AA5D}" presName="thickLine" presStyleLbl="alignNode1" presStyleIdx="2" presStyleCnt="10"/>
      <dgm:spPr/>
    </dgm:pt>
    <dgm:pt modelId="{875DF95D-526B-4C6C-A9B9-4C38041B74B2}" type="pres">
      <dgm:prSet presAssocID="{E4A494A7-3531-4BF8-B2B9-67A5E477AA5D}" presName="horz1" presStyleCnt="0"/>
      <dgm:spPr/>
    </dgm:pt>
    <dgm:pt modelId="{07528FD6-AB58-442A-88D7-4CA96718A416}" type="pres">
      <dgm:prSet presAssocID="{E4A494A7-3531-4BF8-B2B9-67A5E477AA5D}" presName="tx1" presStyleLbl="revTx" presStyleIdx="2" presStyleCnt="10"/>
      <dgm:spPr/>
    </dgm:pt>
    <dgm:pt modelId="{A35D3CBB-29CE-4256-9C51-2445CF1BE5E3}" type="pres">
      <dgm:prSet presAssocID="{E4A494A7-3531-4BF8-B2B9-67A5E477AA5D}" presName="vert1" presStyleCnt="0"/>
      <dgm:spPr/>
    </dgm:pt>
    <dgm:pt modelId="{2AA4B08F-1758-4426-A99D-367737FDE9A8}" type="pres">
      <dgm:prSet presAssocID="{C32C2B32-29EE-4137-B1FB-C42A26AC03E4}" presName="thickLine" presStyleLbl="alignNode1" presStyleIdx="3" presStyleCnt="10"/>
      <dgm:spPr/>
    </dgm:pt>
    <dgm:pt modelId="{F48EA751-BB03-44EB-B5A1-67F7997911C7}" type="pres">
      <dgm:prSet presAssocID="{C32C2B32-29EE-4137-B1FB-C42A26AC03E4}" presName="horz1" presStyleCnt="0"/>
      <dgm:spPr/>
    </dgm:pt>
    <dgm:pt modelId="{7BE98D2A-FEA8-4D37-AAA4-F74C64194F7F}" type="pres">
      <dgm:prSet presAssocID="{C32C2B32-29EE-4137-B1FB-C42A26AC03E4}" presName="tx1" presStyleLbl="revTx" presStyleIdx="3" presStyleCnt="10"/>
      <dgm:spPr/>
    </dgm:pt>
    <dgm:pt modelId="{108C5090-0DC5-4FAD-AA9C-5D62D76DD2C6}" type="pres">
      <dgm:prSet presAssocID="{C32C2B32-29EE-4137-B1FB-C42A26AC03E4}" presName="vert1" presStyleCnt="0"/>
      <dgm:spPr/>
    </dgm:pt>
    <dgm:pt modelId="{D2947D39-8374-49AF-AB6B-41942AEDF934}" type="pres">
      <dgm:prSet presAssocID="{A3433342-FE2B-47EC-B965-1AB90FC30CFC}" presName="thickLine" presStyleLbl="alignNode1" presStyleIdx="4" presStyleCnt="10"/>
      <dgm:spPr/>
    </dgm:pt>
    <dgm:pt modelId="{2DAABDAF-42E3-47D5-B705-EF6576B3A7DD}" type="pres">
      <dgm:prSet presAssocID="{A3433342-FE2B-47EC-B965-1AB90FC30CFC}" presName="horz1" presStyleCnt="0"/>
      <dgm:spPr/>
    </dgm:pt>
    <dgm:pt modelId="{005FAE71-4464-42E7-9C6E-32E1980C4D73}" type="pres">
      <dgm:prSet presAssocID="{A3433342-FE2B-47EC-B965-1AB90FC30CFC}" presName="tx1" presStyleLbl="revTx" presStyleIdx="4" presStyleCnt="10"/>
      <dgm:spPr/>
    </dgm:pt>
    <dgm:pt modelId="{801E8D8F-88B2-43AF-A19C-37CC1B58EA8F}" type="pres">
      <dgm:prSet presAssocID="{A3433342-FE2B-47EC-B965-1AB90FC30CFC}" presName="vert1" presStyleCnt="0"/>
      <dgm:spPr/>
    </dgm:pt>
    <dgm:pt modelId="{280A6F5B-279A-4B56-B478-792DB550BFCD}" type="pres">
      <dgm:prSet presAssocID="{5C0C473B-9C6E-4E67-AB7D-A066BCA4B211}" presName="thickLine" presStyleLbl="alignNode1" presStyleIdx="5" presStyleCnt="10"/>
      <dgm:spPr/>
    </dgm:pt>
    <dgm:pt modelId="{3D82CBFC-5D4A-450D-AAA7-C058D78B980F}" type="pres">
      <dgm:prSet presAssocID="{5C0C473B-9C6E-4E67-AB7D-A066BCA4B211}" presName="horz1" presStyleCnt="0"/>
      <dgm:spPr/>
    </dgm:pt>
    <dgm:pt modelId="{F4494ACA-BA2F-4B36-88F1-EEF8B439A28B}" type="pres">
      <dgm:prSet presAssocID="{5C0C473B-9C6E-4E67-AB7D-A066BCA4B211}" presName="tx1" presStyleLbl="revTx" presStyleIdx="5" presStyleCnt="10"/>
      <dgm:spPr/>
    </dgm:pt>
    <dgm:pt modelId="{F446D69E-9A8B-43DE-B581-5689FB5681E7}" type="pres">
      <dgm:prSet presAssocID="{5C0C473B-9C6E-4E67-AB7D-A066BCA4B211}" presName="vert1" presStyleCnt="0"/>
      <dgm:spPr/>
    </dgm:pt>
    <dgm:pt modelId="{F6057946-3CB9-490F-BC49-120011AFFBE0}" type="pres">
      <dgm:prSet presAssocID="{EA24710A-1E0D-4F54-A3C8-AADD1BC38057}" presName="thickLine" presStyleLbl="alignNode1" presStyleIdx="6" presStyleCnt="10"/>
      <dgm:spPr/>
    </dgm:pt>
    <dgm:pt modelId="{3EFD7C3B-BDE9-4970-BEB3-6C4C09E6970C}" type="pres">
      <dgm:prSet presAssocID="{EA24710A-1E0D-4F54-A3C8-AADD1BC38057}" presName="horz1" presStyleCnt="0"/>
      <dgm:spPr/>
    </dgm:pt>
    <dgm:pt modelId="{5D466E20-A20C-4981-B5C0-08D350A0C365}" type="pres">
      <dgm:prSet presAssocID="{EA24710A-1E0D-4F54-A3C8-AADD1BC38057}" presName="tx1" presStyleLbl="revTx" presStyleIdx="6" presStyleCnt="10"/>
      <dgm:spPr/>
    </dgm:pt>
    <dgm:pt modelId="{D2E5AC40-ADDB-4E26-86F3-DFAE1F03FACB}" type="pres">
      <dgm:prSet presAssocID="{EA24710A-1E0D-4F54-A3C8-AADD1BC38057}" presName="vert1" presStyleCnt="0"/>
      <dgm:spPr/>
    </dgm:pt>
    <dgm:pt modelId="{8D7CF30B-AF73-4B98-9676-AACD7A5386A3}" type="pres">
      <dgm:prSet presAssocID="{1F454DBE-F52D-4497-B160-70A2FFDD2CF4}" presName="thickLine" presStyleLbl="alignNode1" presStyleIdx="7" presStyleCnt="10"/>
      <dgm:spPr/>
    </dgm:pt>
    <dgm:pt modelId="{87B20B46-0F1C-49C7-BFF6-C10A8CDDD1DA}" type="pres">
      <dgm:prSet presAssocID="{1F454DBE-F52D-4497-B160-70A2FFDD2CF4}" presName="horz1" presStyleCnt="0"/>
      <dgm:spPr/>
    </dgm:pt>
    <dgm:pt modelId="{4CB3AAF2-3239-459A-91D1-B3F8FC69AADC}" type="pres">
      <dgm:prSet presAssocID="{1F454DBE-F52D-4497-B160-70A2FFDD2CF4}" presName="tx1" presStyleLbl="revTx" presStyleIdx="7" presStyleCnt="10"/>
      <dgm:spPr/>
    </dgm:pt>
    <dgm:pt modelId="{E581BE0F-9821-4E01-860F-FC07EA653FC2}" type="pres">
      <dgm:prSet presAssocID="{1F454DBE-F52D-4497-B160-70A2FFDD2CF4}" presName="vert1" presStyleCnt="0"/>
      <dgm:spPr/>
    </dgm:pt>
    <dgm:pt modelId="{BD848C8A-6426-40D1-81D5-98469B4E1009}" type="pres">
      <dgm:prSet presAssocID="{2280D794-ED5E-4A62-8F7A-540B8D77237B}" presName="thickLine" presStyleLbl="alignNode1" presStyleIdx="8" presStyleCnt="10"/>
      <dgm:spPr/>
    </dgm:pt>
    <dgm:pt modelId="{C9EAD7B7-2311-4EDE-9184-EF6BEF78A738}" type="pres">
      <dgm:prSet presAssocID="{2280D794-ED5E-4A62-8F7A-540B8D77237B}" presName="horz1" presStyleCnt="0"/>
      <dgm:spPr/>
    </dgm:pt>
    <dgm:pt modelId="{76E757F9-5411-4788-8233-9B823B191BE3}" type="pres">
      <dgm:prSet presAssocID="{2280D794-ED5E-4A62-8F7A-540B8D77237B}" presName="tx1" presStyleLbl="revTx" presStyleIdx="8" presStyleCnt="10"/>
      <dgm:spPr/>
    </dgm:pt>
    <dgm:pt modelId="{1851C523-13DD-4E46-AB16-750C1BA3043D}" type="pres">
      <dgm:prSet presAssocID="{2280D794-ED5E-4A62-8F7A-540B8D77237B}" presName="vert1" presStyleCnt="0"/>
      <dgm:spPr/>
    </dgm:pt>
    <dgm:pt modelId="{40FCAC79-2DAA-4169-81E2-F664C69E0C7D}" type="pres">
      <dgm:prSet presAssocID="{65430C95-C622-4D07-8DE6-2179DADFA0D1}" presName="thickLine" presStyleLbl="alignNode1" presStyleIdx="9" presStyleCnt="10"/>
      <dgm:spPr/>
    </dgm:pt>
    <dgm:pt modelId="{14B5CB85-6011-4ECD-9A4D-A934A834789A}" type="pres">
      <dgm:prSet presAssocID="{65430C95-C622-4D07-8DE6-2179DADFA0D1}" presName="horz1" presStyleCnt="0"/>
      <dgm:spPr/>
    </dgm:pt>
    <dgm:pt modelId="{3D544A38-401F-401E-85D7-160F0E0E486E}" type="pres">
      <dgm:prSet presAssocID="{65430C95-C622-4D07-8DE6-2179DADFA0D1}" presName="tx1" presStyleLbl="revTx" presStyleIdx="9" presStyleCnt="10"/>
      <dgm:spPr/>
    </dgm:pt>
    <dgm:pt modelId="{12341DB1-BA93-4B3A-87E2-E0B8B258E261}" type="pres">
      <dgm:prSet presAssocID="{65430C95-C622-4D07-8DE6-2179DADFA0D1}" presName="vert1" presStyleCnt="0"/>
      <dgm:spPr/>
    </dgm:pt>
  </dgm:ptLst>
  <dgm:cxnLst>
    <dgm:cxn modelId="{D456C502-6142-40C6-AF86-6C792603D2F8}" type="presOf" srcId="{C32C2B32-29EE-4137-B1FB-C42A26AC03E4}" destId="{7BE98D2A-FEA8-4D37-AAA4-F74C64194F7F}" srcOrd="0" destOrd="0" presId="urn:microsoft.com/office/officeart/2008/layout/LinedList"/>
    <dgm:cxn modelId="{EB683E0C-97A5-44ED-A8EB-2001BAB6EA7B}" type="presOf" srcId="{FD1F0296-9A09-405B-8384-BC386CAA3397}" destId="{07402B5E-A048-4932-9DC0-A05162F35D3E}" srcOrd="0" destOrd="0" presId="urn:microsoft.com/office/officeart/2008/layout/LinedList"/>
    <dgm:cxn modelId="{F692C215-86E6-4A5B-9710-3144ECB85479}" srcId="{FD1F0296-9A09-405B-8384-BC386CAA3397}" destId="{A7F85C43-CC1A-4B52-AC7E-6BF6DBDF5E7A}" srcOrd="0" destOrd="0" parTransId="{E5850D75-1BD8-4C10-8BF4-4EC303C1D6EC}" sibTransId="{AA1F2DDE-6255-4F4E-9E45-CC5D998D2AEE}"/>
    <dgm:cxn modelId="{D3543A18-ADCE-496C-B524-BDB2A68CFFF0}" type="presOf" srcId="{EA24710A-1E0D-4F54-A3C8-AADD1BC38057}" destId="{5D466E20-A20C-4981-B5C0-08D350A0C365}" srcOrd="0" destOrd="0" presId="urn:microsoft.com/office/officeart/2008/layout/LinedList"/>
    <dgm:cxn modelId="{EB803F21-A3C4-4307-A922-FAA684C3C4A8}" srcId="{FD1F0296-9A09-405B-8384-BC386CAA3397}" destId="{5C0C473B-9C6E-4E67-AB7D-A066BCA4B211}" srcOrd="5" destOrd="0" parTransId="{C3BB65DD-79E0-44C2-BB23-3652D436FDFE}" sibTransId="{56FC3632-E659-4CE3-82E6-A9304EDDF318}"/>
    <dgm:cxn modelId="{3EFC0160-4C83-4E51-A3A8-2D1A7A82AC32}" srcId="{FD1F0296-9A09-405B-8384-BC386CAA3397}" destId="{1F454DBE-F52D-4497-B160-70A2FFDD2CF4}" srcOrd="7" destOrd="0" parTransId="{3E7B183F-B11B-4A98-8629-E73ABEA2815A}" sibTransId="{E77A588A-7592-4A02-A687-5282F0CB6276}"/>
    <dgm:cxn modelId="{35CD2760-279C-45AE-BCE9-31A162C618DD}" srcId="{FD1F0296-9A09-405B-8384-BC386CAA3397}" destId="{C32C2B32-29EE-4137-B1FB-C42A26AC03E4}" srcOrd="3" destOrd="0" parTransId="{72076A33-1D46-411F-81A0-13D718B238B4}" sibTransId="{CB5CC1EB-E3D0-49F6-958D-2B027293C397}"/>
    <dgm:cxn modelId="{535D0945-ECB9-4100-B030-45B5751A3BB3}" type="presOf" srcId="{E4A494A7-3531-4BF8-B2B9-67A5E477AA5D}" destId="{07528FD6-AB58-442A-88D7-4CA96718A416}" srcOrd="0" destOrd="0" presId="urn:microsoft.com/office/officeart/2008/layout/LinedList"/>
    <dgm:cxn modelId="{33A8514C-9209-4BAE-8D89-6C72D3ED665D}" type="presOf" srcId="{5C0C473B-9C6E-4E67-AB7D-A066BCA4B211}" destId="{F4494ACA-BA2F-4B36-88F1-EEF8B439A28B}" srcOrd="0" destOrd="0" presId="urn:microsoft.com/office/officeart/2008/layout/LinedList"/>
    <dgm:cxn modelId="{3BF3026E-802B-4F5D-B3D1-A39A22D04A57}" type="presOf" srcId="{A7F85C43-CC1A-4B52-AC7E-6BF6DBDF5E7A}" destId="{36A87674-B2E5-4C48-8C42-3377E8867D6B}" srcOrd="0" destOrd="0" presId="urn:microsoft.com/office/officeart/2008/layout/LinedList"/>
    <dgm:cxn modelId="{7EC3D184-19BB-4094-9969-6CAB795F0AE3}" srcId="{FD1F0296-9A09-405B-8384-BC386CAA3397}" destId="{2280D794-ED5E-4A62-8F7A-540B8D77237B}" srcOrd="8" destOrd="0" parTransId="{6F1CAF63-E97A-4D09-B455-43E1A5ABA75F}" sibTransId="{601BF060-DD5E-4F2C-BED1-729EF9C30FF0}"/>
    <dgm:cxn modelId="{C699548D-F235-497F-940B-5BA3D2DCAEC6}" srcId="{FD1F0296-9A09-405B-8384-BC386CAA3397}" destId="{EA24710A-1E0D-4F54-A3C8-AADD1BC38057}" srcOrd="6" destOrd="0" parTransId="{244F23B8-979B-4034-92E3-8B07C995D4FB}" sibTransId="{B3CE7DEA-EA86-4D4F-8FA0-C3EEB1AC0E39}"/>
    <dgm:cxn modelId="{65B68B8D-E9DD-4AC6-8769-7F3CBF88D28C}" srcId="{FD1F0296-9A09-405B-8384-BC386CAA3397}" destId="{B0779730-4017-4AAF-8C45-6E3FF434FEDD}" srcOrd="1" destOrd="0" parTransId="{264224E0-6272-4919-9EFE-F1B068F910B4}" sibTransId="{4B3ECAB4-E14B-41FA-A40E-782AB8F7A66C}"/>
    <dgm:cxn modelId="{91140C9E-6EE5-4FC3-9E76-8AC15D1EB1B8}" type="presOf" srcId="{B0779730-4017-4AAF-8C45-6E3FF434FEDD}" destId="{CD23FB9D-4CBD-4FBC-93DB-C32772FB174F}" srcOrd="0" destOrd="0" presId="urn:microsoft.com/office/officeart/2008/layout/LinedList"/>
    <dgm:cxn modelId="{E46A399F-AAE7-4377-AEF1-50A05DBFEF3C}" type="presOf" srcId="{1F454DBE-F52D-4497-B160-70A2FFDD2CF4}" destId="{4CB3AAF2-3239-459A-91D1-B3F8FC69AADC}" srcOrd="0" destOrd="0" presId="urn:microsoft.com/office/officeart/2008/layout/LinedList"/>
    <dgm:cxn modelId="{49E073B9-C0AA-4D4D-BE33-D9B8BBA46E4E}" type="presOf" srcId="{A3433342-FE2B-47EC-B965-1AB90FC30CFC}" destId="{005FAE71-4464-42E7-9C6E-32E1980C4D73}" srcOrd="0" destOrd="0" presId="urn:microsoft.com/office/officeart/2008/layout/LinedList"/>
    <dgm:cxn modelId="{0C3E58BA-C25D-4243-A280-99D084569892}" type="presOf" srcId="{65430C95-C622-4D07-8DE6-2179DADFA0D1}" destId="{3D544A38-401F-401E-85D7-160F0E0E486E}" srcOrd="0" destOrd="0" presId="urn:microsoft.com/office/officeart/2008/layout/LinedList"/>
    <dgm:cxn modelId="{E00A38CB-07B8-4674-889E-A8AB9348F537}" type="presOf" srcId="{2280D794-ED5E-4A62-8F7A-540B8D77237B}" destId="{76E757F9-5411-4788-8233-9B823B191BE3}" srcOrd="0" destOrd="0" presId="urn:microsoft.com/office/officeart/2008/layout/LinedList"/>
    <dgm:cxn modelId="{479A5AE3-1562-402E-A079-FA2AA80321F5}" srcId="{FD1F0296-9A09-405B-8384-BC386CAA3397}" destId="{A3433342-FE2B-47EC-B965-1AB90FC30CFC}" srcOrd="4" destOrd="0" parTransId="{F86E4561-4AC6-45C5-96DC-D7E712809190}" sibTransId="{E4364CE6-25B5-4CB7-ABE1-E7754802F408}"/>
    <dgm:cxn modelId="{A30CD4EE-4610-4AF8-9AC0-B9C3752947C8}" srcId="{FD1F0296-9A09-405B-8384-BC386CAA3397}" destId="{E4A494A7-3531-4BF8-B2B9-67A5E477AA5D}" srcOrd="2" destOrd="0" parTransId="{D4F349AB-3232-4BEB-BEA7-194211E49ABB}" sibTransId="{D0653E53-7324-4217-96A4-008791928FB6}"/>
    <dgm:cxn modelId="{4B6403F9-B28F-40BB-A03B-CCC6E0788120}" srcId="{FD1F0296-9A09-405B-8384-BC386CAA3397}" destId="{65430C95-C622-4D07-8DE6-2179DADFA0D1}" srcOrd="9" destOrd="0" parTransId="{08F0B49A-C91B-4F4C-B9AF-FBD0AE225ECF}" sibTransId="{9E60DBDE-9110-4D9D-9A95-B4F8269085E5}"/>
    <dgm:cxn modelId="{D94880F2-C385-4EE6-B829-8E20A960B338}" type="presParOf" srcId="{07402B5E-A048-4932-9DC0-A05162F35D3E}" destId="{048DB06D-1DA1-48B4-AA2C-40A932E8C643}" srcOrd="0" destOrd="0" presId="urn:microsoft.com/office/officeart/2008/layout/LinedList"/>
    <dgm:cxn modelId="{8C186CB0-5882-4F63-95C5-6FCBFAAE146E}" type="presParOf" srcId="{07402B5E-A048-4932-9DC0-A05162F35D3E}" destId="{5056AB38-8760-4A80-ADEF-B2DA680FF7AF}" srcOrd="1" destOrd="0" presId="urn:microsoft.com/office/officeart/2008/layout/LinedList"/>
    <dgm:cxn modelId="{404D343E-07C8-4112-9A62-CEBE5967A549}" type="presParOf" srcId="{5056AB38-8760-4A80-ADEF-B2DA680FF7AF}" destId="{36A87674-B2E5-4C48-8C42-3377E8867D6B}" srcOrd="0" destOrd="0" presId="urn:microsoft.com/office/officeart/2008/layout/LinedList"/>
    <dgm:cxn modelId="{A94D0830-97DC-4A8E-968D-355599D563C9}" type="presParOf" srcId="{5056AB38-8760-4A80-ADEF-B2DA680FF7AF}" destId="{E14CAFA0-CA7A-4446-829D-85CE220C6646}" srcOrd="1" destOrd="0" presId="urn:microsoft.com/office/officeart/2008/layout/LinedList"/>
    <dgm:cxn modelId="{47EC0783-A5AF-45EE-9FAD-486423253EC4}" type="presParOf" srcId="{07402B5E-A048-4932-9DC0-A05162F35D3E}" destId="{2A05AE73-0923-4458-BB43-16561BF4F3A2}" srcOrd="2" destOrd="0" presId="urn:microsoft.com/office/officeart/2008/layout/LinedList"/>
    <dgm:cxn modelId="{6B414BD7-8DA1-4645-B97C-5FD76A729FF8}" type="presParOf" srcId="{07402B5E-A048-4932-9DC0-A05162F35D3E}" destId="{23113B3A-5459-4593-A270-7D467FAA860F}" srcOrd="3" destOrd="0" presId="urn:microsoft.com/office/officeart/2008/layout/LinedList"/>
    <dgm:cxn modelId="{B9651D76-40E1-4E18-834C-05056CBB9C7D}" type="presParOf" srcId="{23113B3A-5459-4593-A270-7D467FAA860F}" destId="{CD23FB9D-4CBD-4FBC-93DB-C32772FB174F}" srcOrd="0" destOrd="0" presId="urn:microsoft.com/office/officeart/2008/layout/LinedList"/>
    <dgm:cxn modelId="{86032AC2-3586-4786-A239-6CCE1814B171}" type="presParOf" srcId="{23113B3A-5459-4593-A270-7D467FAA860F}" destId="{F7F9CF89-D2AC-4C6E-866F-E55B068C2125}" srcOrd="1" destOrd="0" presId="urn:microsoft.com/office/officeart/2008/layout/LinedList"/>
    <dgm:cxn modelId="{D92A1046-B0E3-4FB2-B098-7F820EC82686}" type="presParOf" srcId="{07402B5E-A048-4932-9DC0-A05162F35D3E}" destId="{7D624A0E-F036-4F14-B494-5CC01E8ABB12}" srcOrd="4" destOrd="0" presId="urn:microsoft.com/office/officeart/2008/layout/LinedList"/>
    <dgm:cxn modelId="{F0AB3879-25A5-4C8C-8F14-20DEDF6D21BE}" type="presParOf" srcId="{07402B5E-A048-4932-9DC0-A05162F35D3E}" destId="{875DF95D-526B-4C6C-A9B9-4C38041B74B2}" srcOrd="5" destOrd="0" presId="urn:microsoft.com/office/officeart/2008/layout/LinedList"/>
    <dgm:cxn modelId="{67DE43B2-B365-4130-922B-69BA42036571}" type="presParOf" srcId="{875DF95D-526B-4C6C-A9B9-4C38041B74B2}" destId="{07528FD6-AB58-442A-88D7-4CA96718A416}" srcOrd="0" destOrd="0" presId="urn:microsoft.com/office/officeart/2008/layout/LinedList"/>
    <dgm:cxn modelId="{595A0284-9A78-491D-B18A-B981748B3931}" type="presParOf" srcId="{875DF95D-526B-4C6C-A9B9-4C38041B74B2}" destId="{A35D3CBB-29CE-4256-9C51-2445CF1BE5E3}" srcOrd="1" destOrd="0" presId="urn:microsoft.com/office/officeart/2008/layout/LinedList"/>
    <dgm:cxn modelId="{FF6F5693-66BC-48EA-8FFE-D60C123D8C9F}" type="presParOf" srcId="{07402B5E-A048-4932-9DC0-A05162F35D3E}" destId="{2AA4B08F-1758-4426-A99D-367737FDE9A8}" srcOrd="6" destOrd="0" presId="urn:microsoft.com/office/officeart/2008/layout/LinedList"/>
    <dgm:cxn modelId="{3C8FCE4E-3A35-4B9B-BC0F-0B93CF307B83}" type="presParOf" srcId="{07402B5E-A048-4932-9DC0-A05162F35D3E}" destId="{F48EA751-BB03-44EB-B5A1-67F7997911C7}" srcOrd="7" destOrd="0" presId="urn:microsoft.com/office/officeart/2008/layout/LinedList"/>
    <dgm:cxn modelId="{9DC1BFBE-BF0C-42DD-86F6-BACB100F0170}" type="presParOf" srcId="{F48EA751-BB03-44EB-B5A1-67F7997911C7}" destId="{7BE98D2A-FEA8-4D37-AAA4-F74C64194F7F}" srcOrd="0" destOrd="0" presId="urn:microsoft.com/office/officeart/2008/layout/LinedList"/>
    <dgm:cxn modelId="{2E141ADB-2904-41EA-96C0-838A49673AE4}" type="presParOf" srcId="{F48EA751-BB03-44EB-B5A1-67F7997911C7}" destId="{108C5090-0DC5-4FAD-AA9C-5D62D76DD2C6}" srcOrd="1" destOrd="0" presId="urn:microsoft.com/office/officeart/2008/layout/LinedList"/>
    <dgm:cxn modelId="{1A21DF90-0EB7-49B8-B258-3D90E9850384}" type="presParOf" srcId="{07402B5E-A048-4932-9DC0-A05162F35D3E}" destId="{D2947D39-8374-49AF-AB6B-41942AEDF934}" srcOrd="8" destOrd="0" presId="urn:microsoft.com/office/officeart/2008/layout/LinedList"/>
    <dgm:cxn modelId="{98B99002-DF6E-43FF-81BD-6F558F040DB0}" type="presParOf" srcId="{07402B5E-A048-4932-9DC0-A05162F35D3E}" destId="{2DAABDAF-42E3-47D5-B705-EF6576B3A7DD}" srcOrd="9" destOrd="0" presId="urn:microsoft.com/office/officeart/2008/layout/LinedList"/>
    <dgm:cxn modelId="{524517EF-1C3F-47A8-B4A5-AFA95DE57DBC}" type="presParOf" srcId="{2DAABDAF-42E3-47D5-B705-EF6576B3A7DD}" destId="{005FAE71-4464-42E7-9C6E-32E1980C4D73}" srcOrd="0" destOrd="0" presId="urn:microsoft.com/office/officeart/2008/layout/LinedList"/>
    <dgm:cxn modelId="{A360E37D-D4CA-4815-A540-DB945B54573E}" type="presParOf" srcId="{2DAABDAF-42E3-47D5-B705-EF6576B3A7DD}" destId="{801E8D8F-88B2-43AF-A19C-37CC1B58EA8F}" srcOrd="1" destOrd="0" presId="urn:microsoft.com/office/officeart/2008/layout/LinedList"/>
    <dgm:cxn modelId="{DBBEC692-8149-4BFD-A10A-B3E64FC6D823}" type="presParOf" srcId="{07402B5E-A048-4932-9DC0-A05162F35D3E}" destId="{280A6F5B-279A-4B56-B478-792DB550BFCD}" srcOrd="10" destOrd="0" presId="urn:microsoft.com/office/officeart/2008/layout/LinedList"/>
    <dgm:cxn modelId="{0D39572A-7146-402B-AE2E-304BC6502506}" type="presParOf" srcId="{07402B5E-A048-4932-9DC0-A05162F35D3E}" destId="{3D82CBFC-5D4A-450D-AAA7-C058D78B980F}" srcOrd="11" destOrd="0" presId="urn:microsoft.com/office/officeart/2008/layout/LinedList"/>
    <dgm:cxn modelId="{BE19DF20-B86C-4AF1-AB65-EB86DEF72F98}" type="presParOf" srcId="{3D82CBFC-5D4A-450D-AAA7-C058D78B980F}" destId="{F4494ACA-BA2F-4B36-88F1-EEF8B439A28B}" srcOrd="0" destOrd="0" presId="urn:microsoft.com/office/officeart/2008/layout/LinedList"/>
    <dgm:cxn modelId="{B9032E0B-6BB8-48D3-9721-264691605A75}" type="presParOf" srcId="{3D82CBFC-5D4A-450D-AAA7-C058D78B980F}" destId="{F446D69E-9A8B-43DE-B581-5689FB5681E7}" srcOrd="1" destOrd="0" presId="urn:microsoft.com/office/officeart/2008/layout/LinedList"/>
    <dgm:cxn modelId="{B338A445-0A31-4C44-B303-360552991111}" type="presParOf" srcId="{07402B5E-A048-4932-9DC0-A05162F35D3E}" destId="{F6057946-3CB9-490F-BC49-120011AFFBE0}" srcOrd="12" destOrd="0" presId="urn:microsoft.com/office/officeart/2008/layout/LinedList"/>
    <dgm:cxn modelId="{C32257D2-BCD1-419E-B00C-4EF129DD0183}" type="presParOf" srcId="{07402B5E-A048-4932-9DC0-A05162F35D3E}" destId="{3EFD7C3B-BDE9-4970-BEB3-6C4C09E6970C}" srcOrd="13" destOrd="0" presId="urn:microsoft.com/office/officeart/2008/layout/LinedList"/>
    <dgm:cxn modelId="{756CF40B-C136-4C88-8DFF-340603538E41}" type="presParOf" srcId="{3EFD7C3B-BDE9-4970-BEB3-6C4C09E6970C}" destId="{5D466E20-A20C-4981-B5C0-08D350A0C365}" srcOrd="0" destOrd="0" presId="urn:microsoft.com/office/officeart/2008/layout/LinedList"/>
    <dgm:cxn modelId="{BBE55ECC-B1F1-42F3-8E0B-9502C4D66534}" type="presParOf" srcId="{3EFD7C3B-BDE9-4970-BEB3-6C4C09E6970C}" destId="{D2E5AC40-ADDB-4E26-86F3-DFAE1F03FACB}" srcOrd="1" destOrd="0" presId="urn:microsoft.com/office/officeart/2008/layout/LinedList"/>
    <dgm:cxn modelId="{32A02EAE-9698-4FF3-98A4-0BE02C3859F9}" type="presParOf" srcId="{07402B5E-A048-4932-9DC0-A05162F35D3E}" destId="{8D7CF30B-AF73-4B98-9676-AACD7A5386A3}" srcOrd="14" destOrd="0" presId="urn:microsoft.com/office/officeart/2008/layout/LinedList"/>
    <dgm:cxn modelId="{BBCF25D1-39A4-4771-8C60-C86848FAA42A}" type="presParOf" srcId="{07402B5E-A048-4932-9DC0-A05162F35D3E}" destId="{87B20B46-0F1C-49C7-BFF6-C10A8CDDD1DA}" srcOrd="15" destOrd="0" presId="urn:microsoft.com/office/officeart/2008/layout/LinedList"/>
    <dgm:cxn modelId="{E04151E6-1223-4365-A697-42623B633798}" type="presParOf" srcId="{87B20B46-0F1C-49C7-BFF6-C10A8CDDD1DA}" destId="{4CB3AAF2-3239-459A-91D1-B3F8FC69AADC}" srcOrd="0" destOrd="0" presId="urn:microsoft.com/office/officeart/2008/layout/LinedList"/>
    <dgm:cxn modelId="{F32B4E84-B41F-4F36-8F15-0247FEE7B773}" type="presParOf" srcId="{87B20B46-0F1C-49C7-BFF6-C10A8CDDD1DA}" destId="{E581BE0F-9821-4E01-860F-FC07EA653FC2}" srcOrd="1" destOrd="0" presId="urn:microsoft.com/office/officeart/2008/layout/LinedList"/>
    <dgm:cxn modelId="{9FC9A472-0C01-4934-AA7E-A8D7E5EB3DBF}" type="presParOf" srcId="{07402B5E-A048-4932-9DC0-A05162F35D3E}" destId="{BD848C8A-6426-40D1-81D5-98469B4E1009}" srcOrd="16" destOrd="0" presId="urn:microsoft.com/office/officeart/2008/layout/LinedList"/>
    <dgm:cxn modelId="{B605F7D8-CB72-4963-BE13-41DE57655F83}" type="presParOf" srcId="{07402B5E-A048-4932-9DC0-A05162F35D3E}" destId="{C9EAD7B7-2311-4EDE-9184-EF6BEF78A738}" srcOrd="17" destOrd="0" presId="urn:microsoft.com/office/officeart/2008/layout/LinedList"/>
    <dgm:cxn modelId="{0B35A6F8-5DAA-4845-8B42-7D649BDE9737}" type="presParOf" srcId="{C9EAD7B7-2311-4EDE-9184-EF6BEF78A738}" destId="{76E757F9-5411-4788-8233-9B823B191BE3}" srcOrd="0" destOrd="0" presId="urn:microsoft.com/office/officeart/2008/layout/LinedList"/>
    <dgm:cxn modelId="{DC4661BF-8F7C-4ADC-8CB5-E849B61CB432}" type="presParOf" srcId="{C9EAD7B7-2311-4EDE-9184-EF6BEF78A738}" destId="{1851C523-13DD-4E46-AB16-750C1BA3043D}" srcOrd="1" destOrd="0" presId="urn:microsoft.com/office/officeart/2008/layout/LinedList"/>
    <dgm:cxn modelId="{7F79AC77-8F28-4754-BDD6-D63BDA1CB85F}" type="presParOf" srcId="{07402B5E-A048-4932-9DC0-A05162F35D3E}" destId="{40FCAC79-2DAA-4169-81E2-F664C69E0C7D}" srcOrd="18" destOrd="0" presId="urn:microsoft.com/office/officeart/2008/layout/LinedList"/>
    <dgm:cxn modelId="{D373E1DC-A091-41B2-A774-53DD29D82A6F}" type="presParOf" srcId="{07402B5E-A048-4932-9DC0-A05162F35D3E}" destId="{14B5CB85-6011-4ECD-9A4D-A934A834789A}" srcOrd="19" destOrd="0" presId="urn:microsoft.com/office/officeart/2008/layout/LinedList"/>
    <dgm:cxn modelId="{6D065216-817F-4969-8E75-799125CBEDA6}" type="presParOf" srcId="{14B5CB85-6011-4ECD-9A4D-A934A834789A}" destId="{3D544A38-401F-401E-85D7-160F0E0E486E}" srcOrd="0" destOrd="0" presId="urn:microsoft.com/office/officeart/2008/layout/LinedList"/>
    <dgm:cxn modelId="{8762DB01-4FE2-48A1-BDCF-4994539B7328}" type="presParOf" srcId="{14B5CB85-6011-4ECD-9A4D-A934A834789A}" destId="{12341DB1-BA93-4B3A-87E2-E0B8B258E2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C607AC-7B74-49ED-A4AA-BEC45515F8C8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6DDA9A-1182-4848-A58B-6FFE7C3EF0AA}">
      <dgm:prSet/>
      <dgm:spPr/>
      <dgm:t>
        <a:bodyPr/>
        <a:lstStyle/>
        <a:p>
          <a:r>
            <a:rPr lang="en-US" b="0"/>
            <a:t>• Removed duplicate records</a:t>
          </a:r>
          <a:endParaRPr lang="en-US"/>
        </a:p>
      </dgm:t>
    </dgm:pt>
    <dgm:pt modelId="{9688D9A9-3AB7-4569-829A-CA435687E856}" type="parTrans" cxnId="{7FB0FF69-2923-423E-A66C-ECEF3A038EFC}">
      <dgm:prSet/>
      <dgm:spPr/>
      <dgm:t>
        <a:bodyPr/>
        <a:lstStyle/>
        <a:p>
          <a:endParaRPr lang="en-US"/>
        </a:p>
      </dgm:t>
    </dgm:pt>
    <dgm:pt modelId="{52DC195A-3D03-43EA-AE25-4278C349B619}" type="sibTrans" cxnId="{7FB0FF69-2923-423E-A66C-ECEF3A038EFC}">
      <dgm:prSet/>
      <dgm:spPr/>
      <dgm:t>
        <a:bodyPr/>
        <a:lstStyle/>
        <a:p>
          <a:endParaRPr lang="en-US"/>
        </a:p>
      </dgm:t>
    </dgm:pt>
    <dgm:pt modelId="{237A2288-5156-4BF2-A846-C26FC33907E8}">
      <dgm:prSet/>
      <dgm:spPr/>
      <dgm:t>
        <a:bodyPr/>
        <a:lstStyle/>
        <a:p>
          <a:r>
            <a:rPr lang="en-US" b="0"/>
            <a:t>• Handled missing values</a:t>
          </a:r>
          <a:endParaRPr lang="en-US"/>
        </a:p>
      </dgm:t>
    </dgm:pt>
    <dgm:pt modelId="{CE5AF38F-2AEA-4AB3-841B-7A95CBC3457A}" type="parTrans" cxnId="{792916B8-23AC-46C3-B77B-D1A6744D3FD7}">
      <dgm:prSet/>
      <dgm:spPr/>
      <dgm:t>
        <a:bodyPr/>
        <a:lstStyle/>
        <a:p>
          <a:endParaRPr lang="en-US"/>
        </a:p>
      </dgm:t>
    </dgm:pt>
    <dgm:pt modelId="{D57B1925-E183-4E03-89E0-CB3AB161161D}" type="sibTrans" cxnId="{792916B8-23AC-46C3-B77B-D1A6744D3FD7}">
      <dgm:prSet/>
      <dgm:spPr/>
      <dgm:t>
        <a:bodyPr/>
        <a:lstStyle/>
        <a:p>
          <a:endParaRPr lang="en-US"/>
        </a:p>
      </dgm:t>
    </dgm:pt>
    <dgm:pt modelId="{0B08CC27-822B-46B9-A8BA-B6049A81D4B3}">
      <dgm:prSet/>
      <dgm:spPr/>
      <dgm:t>
        <a:bodyPr/>
        <a:lstStyle/>
        <a:p>
          <a:r>
            <a:rPr lang="en-US" b="0"/>
            <a:t>• Standardized state and hospital names</a:t>
          </a:r>
          <a:endParaRPr lang="en-US"/>
        </a:p>
      </dgm:t>
    </dgm:pt>
    <dgm:pt modelId="{735F1C52-76D3-424A-9B59-E1D2A889DD76}" type="parTrans" cxnId="{D785A05A-9C66-40C7-9B70-C6AB794D51E9}">
      <dgm:prSet/>
      <dgm:spPr/>
      <dgm:t>
        <a:bodyPr/>
        <a:lstStyle/>
        <a:p>
          <a:endParaRPr lang="en-US"/>
        </a:p>
      </dgm:t>
    </dgm:pt>
    <dgm:pt modelId="{057EC0AA-E594-4DEF-A8F2-C7BA48F671E2}" type="sibTrans" cxnId="{D785A05A-9C66-40C7-9B70-C6AB794D51E9}">
      <dgm:prSet/>
      <dgm:spPr/>
      <dgm:t>
        <a:bodyPr/>
        <a:lstStyle/>
        <a:p>
          <a:endParaRPr lang="en-US"/>
        </a:p>
      </dgm:t>
    </dgm:pt>
    <dgm:pt modelId="{805BE662-B8C5-4D31-8ABF-1E7C69517183}">
      <dgm:prSet/>
      <dgm:spPr/>
      <dgm:t>
        <a:bodyPr/>
        <a:lstStyle/>
        <a:p>
          <a:r>
            <a:rPr lang="en-US" b="0"/>
            <a:t>• Converted columns into correct data types</a:t>
          </a:r>
          <a:endParaRPr lang="en-US"/>
        </a:p>
      </dgm:t>
    </dgm:pt>
    <dgm:pt modelId="{A1D0E0AE-20C7-4CD6-9353-EE140DBEC22A}" type="parTrans" cxnId="{70402070-594D-41BB-A898-DD1B4A32CB97}">
      <dgm:prSet/>
      <dgm:spPr/>
      <dgm:t>
        <a:bodyPr/>
        <a:lstStyle/>
        <a:p>
          <a:endParaRPr lang="en-US"/>
        </a:p>
      </dgm:t>
    </dgm:pt>
    <dgm:pt modelId="{08399318-74F2-4536-85B6-894CCEC6C39B}" type="sibTrans" cxnId="{70402070-594D-41BB-A898-DD1B4A32CB97}">
      <dgm:prSet/>
      <dgm:spPr/>
      <dgm:t>
        <a:bodyPr/>
        <a:lstStyle/>
        <a:p>
          <a:endParaRPr lang="en-US"/>
        </a:p>
      </dgm:t>
    </dgm:pt>
    <dgm:pt modelId="{F179D6CD-3100-490B-82EB-D216433F1E11}">
      <dgm:prSet/>
      <dgm:spPr/>
      <dgm:t>
        <a:bodyPr/>
        <a:lstStyle/>
        <a:p>
          <a:r>
            <a:rPr lang="en-US" b="0"/>
            <a:t>• Checked relationships between tables</a:t>
          </a:r>
          <a:endParaRPr lang="en-US"/>
        </a:p>
      </dgm:t>
    </dgm:pt>
    <dgm:pt modelId="{4FEC4293-84B4-40A7-8C10-90506500621D}" type="parTrans" cxnId="{9575FA80-00A0-4AA1-9B39-CBDC2E238FC4}">
      <dgm:prSet/>
      <dgm:spPr/>
      <dgm:t>
        <a:bodyPr/>
        <a:lstStyle/>
        <a:p>
          <a:endParaRPr lang="en-US"/>
        </a:p>
      </dgm:t>
    </dgm:pt>
    <dgm:pt modelId="{4D0D239A-0E87-4F17-B1F4-B2A3CE916046}" type="sibTrans" cxnId="{9575FA80-00A0-4AA1-9B39-CBDC2E238FC4}">
      <dgm:prSet/>
      <dgm:spPr/>
      <dgm:t>
        <a:bodyPr/>
        <a:lstStyle/>
        <a:p>
          <a:endParaRPr lang="en-US"/>
        </a:p>
      </dgm:t>
    </dgm:pt>
    <dgm:pt modelId="{C70FB1FB-EEBC-40AA-94F1-DDBB949D4098}">
      <dgm:prSet/>
      <dgm:spPr/>
      <dgm:t>
        <a:bodyPr/>
        <a:lstStyle/>
        <a:p>
          <a:r>
            <a:rPr lang="en-US" b="0"/>
            <a:t>• Created calculated columns and measures</a:t>
          </a:r>
          <a:endParaRPr lang="en-US"/>
        </a:p>
      </dgm:t>
    </dgm:pt>
    <dgm:pt modelId="{4DF8ACB6-9CB6-4B43-B366-58DB5E095C50}" type="parTrans" cxnId="{44A5738D-8C37-4C1D-AB83-D4B8910CAF47}">
      <dgm:prSet/>
      <dgm:spPr/>
      <dgm:t>
        <a:bodyPr/>
        <a:lstStyle/>
        <a:p>
          <a:endParaRPr lang="en-US"/>
        </a:p>
      </dgm:t>
    </dgm:pt>
    <dgm:pt modelId="{32ACCD2B-55F5-4B5B-893E-504C5116B455}" type="sibTrans" cxnId="{44A5738D-8C37-4C1D-AB83-D4B8910CAF47}">
      <dgm:prSet/>
      <dgm:spPr/>
      <dgm:t>
        <a:bodyPr/>
        <a:lstStyle/>
        <a:p>
          <a:endParaRPr lang="en-US"/>
        </a:p>
      </dgm:t>
    </dgm:pt>
    <dgm:pt modelId="{458C49C0-717A-44F3-9CD8-F2AC93B4ECE8}" type="pres">
      <dgm:prSet presAssocID="{FCC607AC-7B74-49ED-A4AA-BEC45515F8C8}" presName="Name0" presStyleCnt="0">
        <dgm:presLayoutVars>
          <dgm:dir/>
          <dgm:resizeHandles val="exact"/>
        </dgm:presLayoutVars>
      </dgm:prSet>
      <dgm:spPr/>
    </dgm:pt>
    <dgm:pt modelId="{14570C5D-DDF9-4ADC-B9A6-8805A825838D}" type="pres">
      <dgm:prSet presAssocID="{786DDA9A-1182-4848-A58B-6FFE7C3EF0AA}" presName="node" presStyleLbl="node1" presStyleIdx="0" presStyleCnt="6">
        <dgm:presLayoutVars>
          <dgm:bulletEnabled val="1"/>
        </dgm:presLayoutVars>
      </dgm:prSet>
      <dgm:spPr/>
    </dgm:pt>
    <dgm:pt modelId="{16750458-EE73-40A0-83A1-3CB749BA0388}" type="pres">
      <dgm:prSet presAssocID="{52DC195A-3D03-43EA-AE25-4278C349B619}" presName="sibTrans" presStyleLbl="sibTrans1D1" presStyleIdx="0" presStyleCnt="5"/>
      <dgm:spPr/>
    </dgm:pt>
    <dgm:pt modelId="{4ED3D5A8-EAB6-4E64-853A-F476E5C2E0BC}" type="pres">
      <dgm:prSet presAssocID="{52DC195A-3D03-43EA-AE25-4278C349B619}" presName="connectorText" presStyleLbl="sibTrans1D1" presStyleIdx="0" presStyleCnt="5"/>
      <dgm:spPr/>
    </dgm:pt>
    <dgm:pt modelId="{A37E4637-07D8-4F19-B9C6-A60857458F60}" type="pres">
      <dgm:prSet presAssocID="{237A2288-5156-4BF2-A846-C26FC33907E8}" presName="node" presStyleLbl="node1" presStyleIdx="1" presStyleCnt="6">
        <dgm:presLayoutVars>
          <dgm:bulletEnabled val="1"/>
        </dgm:presLayoutVars>
      </dgm:prSet>
      <dgm:spPr/>
    </dgm:pt>
    <dgm:pt modelId="{52FB04D6-00FA-4B34-84EA-A3D3638BB3D3}" type="pres">
      <dgm:prSet presAssocID="{D57B1925-E183-4E03-89E0-CB3AB161161D}" presName="sibTrans" presStyleLbl="sibTrans1D1" presStyleIdx="1" presStyleCnt="5"/>
      <dgm:spPr/>
    </dgm:pt>
    <dgm:pt modelId="{1869C839-DF11-4631-925D-4DC9A9F14EE5}" type="pres">
      <dgm:prSet presAssocID="{D57B1925-E183-4E03-89E0-CB3AB161161D}" presName="connectorText" presStyleLbl="sibTrans1D1" presStyleIdx="1" presStyleCnt="5"/>
      <dgm:spPr/>
    </dgm:pt>
    <dgm:pt modelId="{5C5C913F-EA20-4387-9343-7585DAEF0EA4}" type="pres">
      <dgm:prSet presAssocID="{0B08CC27-822B-46B9-A8BA-B6049A81D4B3}" presName="node" presStyleLbl="node1" presStyleIdx="2" presStyleCnt="6">
        <dgm:presLayoutVars>
          <dgm:bulletEnabled val="1"/>
        </dgm:presLayoutVars>
      </dgm:prSet>
      <dgm:spPr/>
    </dgm:pt>
    <dgm:pt modelId="{59D03325-3A20-4856-BF79-02E9CF60A407}" type="pres">
      <dgm:prSet presAssocID="{057EC0AA-E594-4DEF-A8F2-C7BA48F671E2}" presName="sibTrans" presStyleLbl="sibTrans1D1" presStyleIdx="2" presStyleCnt="5"/>
      <dgm:spPr/>
    </dgm:pt>
    <dgm:pt modelId="{6D3D330D-DB1E-4AB1-9FAD-2EE5066F6714}" type="pres">
      <dgm:prSet presAssocID="{057EC0AA-E594-4DEF-A8F2-C7BA48F671E2}" presName="connectorText" presStyleLbl="sibTrans1D1" presStyleIdx="2" presStyleCnt="5"/>
      <dgm:spPr/>
    </dgm:pt>
    <dgm:pt modelId="{D2F0D73C-D25C-4AD6-94E5-7B38C88E88E5}" type="pres">
      <dgm:prSet presAssocID="{805BE662-B8C5-4D31-8ABF-1E7C69517183}" presName="node" presStyleLbl="node1" presStyleIdx="3" presStyleCnt="6">
        <dgm:presLayoutVars>
          <dgm:bulletEnabled val="1"/>
        </dgm:presLayoutVars>
      </dgm:prSet>
      <dgm:spPr/>
    </dgm:pt>
    <dgm:pt modelId="{4BB52C11-AD50-4358-9504-F194DA242DEE}" type="pres">
      <dgm:prSet presAssocID="{08399318-74F2-4536-85B6-894CCEC6C39B}" presName="sibTrans" presStyleLbl="sibTrans1D1" presStyleIdx="3" presStyleCnt="5"/>
      <dgm:spPr/>
    </dgm:pt>
    <dgm:pt modelId="{E1E8F823-A526-4EE5-9D63-02098BBEF2F1}" type="pres">
      <dgm:prSet presAssocID="{08399318-74F2-4536-85B6-894CCEC6C39B}" presName="connectorText" presStyleLbl="sibTrans1D1" presStyleIdx="3" presStyleCnt="5"/>
      <dgm:spPr/>
    </dgm:pt>
    <dgm:pt modelId="{58FC5879-D35F-45C2-A82B-30D14527A247}" type="pres">
      <dgm:prSet presAssocID="{F179D6CD-3100-490B-82EB-D216433F1E11}" presName="node" presStyleLbl="node1" presStyleIdx="4" presStyleCnt="6">
        <dgm:presLayoutVars>
          <dgm:bulletEnabled val="1"/>
        </dgm:presLayoutVars>
      </dgm:prSet>
      <dgm:spPr/>
    </dgm:pt>
    <dgm:pt modelId="{BB508535-8291-4062-9F20-F13040B88BAA}" type="pres">
      <dgm:prSet presAssocID="{4D0D239A-0E87-4F17-B1F4-B2A3CE916046}" presName="sibTrans" presStyleLbl="sibTrans1D1" presStyleIdx="4" presStyleCnt="5"/>
      <dgm:spPr/>
    </dgm:pt>
    <dgm:pt modelId="{E60E6191-4500-44D5-A56C-DBCDAA383543}" type="pres">
      <dgm:prSet presAssocID="{4D0D239A-0E87-4F17-B1F4-B2A3CE916046}" presName="connectorText" presStyleLbl="sibTrans1D1" presStyleIdx="4" presStyleCnt="5"/>
      <dgm:spPr/>
    </dgm:pt>
    <dgm:pt modelId="{324DEB2E-0E17-48C1-80C1-1F40E890E244}" type="pres">
      <dgm:prSet presAssocID="{C70FB1FB-EEBC-40AA-94F1-DDBB949D4098}" presName="node" presStyleLbl="node1" presStyleIdx="5" presStyleCnt="6">
        <dgm:presLayoutVars>
          <dgm:bulletEnabled val="1"/>
        </dgm:presLayoutVars>
      </dgm:prSet>
      <dgm:spPr/>
    </dgm:pt>
  </dgm:ptLst>
  <dgm:cxnLst>
    <dgm:cxn modelId="{3BC95D00-2DEC-4CCA-9E7D-B938D40D1CDA}" type="presOf" srcId="{D57B1925-E183-4E03-89E0-CB3AB161161D}" destId="{52FB04D6-00FA-4B34-84EA-A3D3638BB3D3}" srcOrd="0" destOrd="0" presId="urn:microsoft.com/office/officeart/2016/7/layout/RepeatingBendingProcessNew"/>
    <dgm:cxn modelId="{41854B17-70C2-47C9-A2F8-5D8347D1EB40}" type="presOf" srcId="{F179D6CD-3100-490B-82EB-D216433F1E11}" destId="{58FC5879-D35F-45C2-A82B-30D14527A247}" srcOrd="0" destOrd="0" presId="urn:microsoft.com/office/officeart/2016/7/layout/RepeatingBendingProcessNew"/>
    <dgm:cxn modelId="{717AEC3D-F424-49D1-8984-6BBB9D7FFB31}" type="presOf" srcId="{4D0D239A-0E87-4F17-B1F4-B2A3CE916046}" destId="{E60E6191-4500-44D5-A56C-DBCDAA383543}" srcOrd="1" destOrd="0" presId="urn:microsoft.com/office/officeart/2016/7/layout/RepeatingBendingProcessNew"/>
    <dgm:cxn modelId="{30069B62-3EAD-4A74-8A97-DEABDEF1E297}" type="presOf" srcId="{786DDA9A-1182-4848-A58B-6FFE7C3EF0AA}" destId="{14570C5D-DDF9-4ADC-B9A6-8805A825838D}" srcOrd="0" destOrd="0" presId="urn:microsoft.com/office/officeart/2016/7/layout/RepeatingBendingProcessNew"/>
    <dgm:cxn modelId="{34A01869-E40D-4116-9A6A-5E742238D798}" type="presOf" srcId="{237A2288-5156-4BF2-A846-C26FC33907E8}" destId="{A37E4637-07D8-4F19-B9C6-A60857458F60}" srcOrd="0" destOrd="0" presId="urn:microsoft.com/office/officeart/2016/7/layout/RepeatingBendingProcessNew"/>
    <dgm:cxn modelId="{7FB0FF69-2923-423E-A66C-ECEF3A038EFC}" srcId="{FCC607AC-7B74-49ED-A4AA-BEC45515F8C8}" destId="{786DDA9A-1182-4848-A58B-6FFE7C3EF0AA}" srcOrd="0" destOrd="0" parTransId="{9688D9A9-3AB7-4569-829A-CA435687E856}" sibTransId="{52DC195A-3D03-43EA-AE25-4278C349B619}"/>
    <dgm:cxn modelId="{70402070-594D-41BB-A898-DD1B4A32CB97}" srcId="{FCC607AC-7B74-49ED-A4AA-BEC45515F8C8}" destId="{805BE662-B8C5-4D31-8ABF-1E7C69517183}" srcOrd="3" destOrd="0" parTransId="{A1D0E0AE-20C7-4CD6-9353-EE140DBEC22A}" sibTransId="{08399318-74F2-4536-85B6-894CCEC6C39B}"/>
    <dgm:cxn modelId="{A08C3274-CDA4-485E-9172-C6A00D5AC543}" type="presOf" srcId="{52DC195A-3D03-43EA-AE25-4278C349B619}" destId="{4ED3D5A8-EAB6-4E64-853A-F476E5C2E0BC}" srcOrd="1" destOrd="0" presId="urn:microsoft.com/office/officeart/2016/7/layout/RepeatingBendingProcessNew"/>
    <dgm:cxn modelId="{3336C375-B923-4F47-9A2E-19A3E0B7B1C8}" type="presOf" srcId="{057EC0AA-E594-4DEF-A8F2-C7BA48F671E2}" destId="{59D03325-3A20-4856-BF79-02E9CF60A407}" srcOrd="0" destOrd="0" presId="urn:microsoft.com/office/officeart/2016/7/layout/RepeatingBendingProcessNew"/>
    <dgm:cxn modelId="{D785A05A-9C66-40C7-9B70-C6AB794D51E9}" srcId="{FCC607AC-7B74-49ED-A4AA-BEC45515F8C8}" destId="{0B08CC27-822B-46B9-A8BA-B6049A81D4B3}" srcOrd="2" destOrd="0" parTransId="{735F1C52-76D3-424A-9B59-E1D2A889DD76}" sibTransId="{057EC0AA-E594-4DEF-A8F2-C7BA48F671E2}"/>
    <dgm:cxn modelId="{9575FA80-00A0-4AA1-9B39-CBDC2E238FC4}" srcId="{FCC607AC-7B74-49ED-A4AA-BEC45515F8C8}" destId="{F179D6CD-3100-490B-82EB-D216433F1E11}" srcOrd="4" destOrd="0" parTransId="{4FEC4293-84B4-40A7-8C10-90506500621D}" sibTransId="{4D0D239A-0E87-4F17-B1F4-B2A3CE916046}"/>
    <dgm:cxn modelId="{44A5738D-8C37-4C1D-AB83-D4B8910CAF47}" srcId="{FCC607AC-7B74-49ED-A4AA-BEC45515F8C8}" destId="{C70FB1FB-EEBC-40AA-94F1-DDBB949D4098}" srcOrd="5" destOrd="0" parTransId="{4DF8ACB6-9CB6-4B43-B366-58DB5E095C50}" sibTransId="{32ACCD2B-55F5-4B5B-893E-504C5116B455}"/>
    <dgm:cxn modelId="{77D47396-30B4-41F1-B3EF-8157B64A55EB}" type="presOf" srcId="{52DC195A-3D03-43EA-AE25-4278C349B619}" destId="{16750458-EE73-40A0-83A1-3CB749BA0388}" srcOrd="0" destOrd="0" presId="urn:microsoft.com/office/officeart/2016/7/layout/RepeatingBendingProcessNew"/>
    <dgm:cxn modelId="{7B811997-E7A8-4CA0-ACFF-4F14C3FFFA25}" type="presOf" srcId="{4D0D239A-0E87-4F17-B1F4-B2A3CE916046}" destId="{BB508535-8291-4062-9F20-F13040B88BAA}" srcOrd="0" destOrd="0" presId="urn:microsoft.com/office/officeart/2016/7/layout/RepeatingBendingProcessNew"/>
    <dgm:cxn modelId="{DC0EB99B-E3D1-4A6C-A761-945FAE4AC155}" type="presOf" srcId="{805BE662-B8C5-4D31-8ABF-1E7C69517183}" destId="{D2F0D73C-D25C-4AD6-94E5-7B38C88E88E5}" srcOrd="0" destOrd="0" presId="urn:microsoft.com/office/officeart/2016/7/layout/RepeatingBendingProcessNew"/>
    <dgm:cxn modelId="{A7DB49A1-7451-4975-9F77-D01B04D2B09D}" type="presOf" srcId="{0B08CC27-822B-46B9-A8BA-B6049A81D4B3}" destId="{5C5C913F-EA20-4387-9343-7585DAEF0EA4}" srcOrd="0" destOrd="0" presId="urn:microsoft.com/office/officeart/2016/7/layout/RepeatingBendingProcessNew"/>
    <dgm:cxn modelId="{EB8299AB-BED3-43E7-91DE-84DB4A58E1DD}" type="presOf" srcId="{08399318-74F2-4536-85B6-894CCEC6C39B}" destId="{E1E8F823-A526-4EE5-9D63-02098BBEF2F1}" srcOrd="1" destOrd="0" presId="urn:microsoft.com/office/officeart/2016/7/layout/RepeatingBendingProcessNew"/>
    <dgm:cxn modelId="{792916B8-23AC-46C3-B77B-D1A6744D3FD7}" srcId="{FCC607AC-7B74-49ED-A4AA-BEC45515F8C8}" destId="{237A2288-5156-4BF2-A846-C26FC33907E8}" srcOrd="1" destOrd="0" parTransId="{CE5AF38F-2AEA-4AB3-841B-7A95CBC3457A}" sibTransId="{D57B1925-E183-4E03-89E0-CB3AB161161D}"/>
    <dgm:cxn modelId="{2A8FEBBC-6A91-4B27-A037-C6FC689842D1}" type="presOf" srcId="{FCC607AC-7B74-49ED-A4AA-BEC45515F8C8}" destId="{458C49C0-717A-44F3-9CD8-F2AC93B4ECE8}" srcOrd="0" destOrd="0" presId="urn:microsoft.com/office/officeart/2016/7/layout/RepeatingBendingProcessNew"/>
    <dgm:cxn modelId="{BD1471BF-6CA6-4A40-8DD8-843CD1B5BEE0}" type="presOf" srcId="{D57B1925-E183-4E03-89E0-CB3AB161161D}" destId="{1869C839-DF11-4631-925D-4DC9A9F14EE5}" srcOrd="1" destOrd="0" presId="urn:microsoft.com/office/officeart/2016/7/layout/RepeatingBendingProcessNew"/>
    <dgm:cxn modelId="{9FCFE3C5-26D3-4C3F-8092-14C96C2CE799}" type="presOf" srcId="{057EC0AA-E594-4DEF-A8F2-C7BA48F671E2}" destId="{6D3D330D-DB1E-4AB1-9FAD-2EE5066F6714}" srcOrd="1" destOrd="0" presId="urn:microsoft.com/office/officeart/2016/7/layout/RepeatingBendingProcessNew"/>
    <dgm:cxn modelId="{6FF1FDD4-0C0C-49DF-A7FB-F9672D6408CF}" type="presOf" srcId="{C70FB1FB-EEBC-40AA-94F1-DDBB949D4098}" destId="{324DEB2E-0E17-48C1-80C1-1F40E890E244}" srcOrd="0" destOrd="0" presId="urn:microsoft.com/office/officeart/2016/7/layout/RepeatingBendingProcessNew"/>
    <dgm:cxn modelId="{E0F102EC-3657-471B-B9DE-E74696199E22}" type="presOf" srcId="{08399318-74F2-4536-85B6-894CCEC6C39B}" destId="{4BB52C11-AD50-4358-9504-F194DA242DEE}" srcOrd="0" destOrd="0" presId="urn:microsoft.com/office/officeart/2016/7/layout/RepeatingBendingProcessNew"/>
    <dgm:cxn modelId="{14E48D50-3A54-4FFA-AA69-2CFB014E11EE}" type="presParOf" srcId="{458C49C0-717A-44F3-9CD8-F2AC93B4ECE8}" destId="{14570C5D-DDF9-4ADC-B9A6-8805A825838D}" srcOrd="0" destOrd="0" presId="urn:microsoft.com/office/officeart/2016/7/layout/RepeatingBendingProcessNew"/>
    <dgm:cxn modelId="{0004FD6F-0B5D-4483-8DDC-C13D6EA9F850}" type="presParOf" srcId="{458C49C0-717A-44F3-9CD8-F2AC93B4ECE8}" destId="{16750458-EE73-40A0-83A1-3CB749BA0388}" srcOrd="1" destOrd="0" presId="urn:microsoft.com/office/officeart/2016/7/layout/RepeatingBendingProcessNew"/>
    <dgm:cxn modelId="{D4F10FC4-61F2-4336-B2F9-585AF388191D}" type="presParOf" srcId="{16750458-EE73-40A0-83A1-3CB749BA0388}" destId="{4ED3D5A8-EAB6-4E64-853A-F476E5C2E0BC}" srcOrd="0" destOrd="0" presId="urn:microsoft.com/office/officeart/2016/7/layout/RepeatingBendingProcessNew"/>
    <dgm:cxn modelId="{85889559-FCA0-4C06-96C5-D3820132B942}" type="presParOf" srcId="{458C49C0-717A-44F3-9CD8-F2AC93B4ECE8}" destId="{A37E4637-07D8-4F19-B9C6-A60857458F60}" srcOrd="2" destOrd="0" presId="urn:microsoft.com/office/officeart/2016/7/layout/RepeatingBendingProcessNew"/>
    <dgm:cxn modelId="{DB612C15-E0D9-4AC5-9B79-94AE07A658B5}" type="presParOf" srcId="{458C49C0-717A-44F3-9CD8-F2AC93B4ECE8}" destId="{52FB04D6-00FA-4B34-84EA-A3D3638BB3D3}" srcOrd="3" destOrd="0" presId="urn:microsoft.com/office/officeart/2016/7/layout/RepeatingBendingProcessNew"/>
    <dgm:cxn modelId="{A5268898-1B2F-42D4-BF60-49FB2FD5026D}" type="presParOf" srcId="{52FB04D6-00FA-4B34-84EA-A3D3638BB3D3}" destId="{1869C839-DF11-4631-925D-4DC9A9F14EE5}" srcOrd="0" destOrd="0" presId="urn:microsoft.com/office/officeart/2016/7/layout/RepeatingBendingProcessNew"/>
    <dgm:cxn modelId="{5D009C61-3B9B-4B7E-9E57-BB4B27DA05A3}" type="presParOf" srcId="{458C49C0-717A-44F3-9CD8-F2AC93B4ECE8}" destId="{5C5C913F-EA20-4387-9343-7585DAEF0EA4}" srcOrd="4" destOrd="0" presId="urn:microsoft.com/office/officeart/2016/7/layout/RepeatingBendingProcessNew"/>
    <dgm:cxn modelId="{F3417296-01DB-4DE3-9E6D-39BB0EB6675B}" type="presParOf" srcId="{458C49C0-717A-44F3-9CD8-F2AC93B4ECE8}" destId="{59D03325-3A20-4856-BF79-02E9CF60A407}" srcOrd="5" destOrd="0" presId="urn:microsoft.com/office/officeart/2016/7/layout/RepeatingBendingProcessNew"/>
    <dgm:cxn modelId="{3A2DBAB3-6E2C-44C0-99F9-4F3FE93EA8AF}" type="presParOf" srcId="{59D03325-3A20-4856-BF79-02E9CF60A407}" destId="{6D3D330D-DB1E-4AB1-9FAD-2EE5066F6714}" srcOrd="0" destOrd="0" presId="urn:microsoft.com/office/officeart/2016/7/layout/RepeatingBendingProcessNew"/>
    <dgm:cxn modelId="{D574A81A-0767-46A3-81D8-83EB35D21698}" type="presParOf" srcId="{458C49C0-717A-44F3-9CD8-F2AC93B4ECE8}" destId="{D2F0D73C-D25C-4AD6-94E5-7B38C88E88E5}" srcOrd="6" destOrd="0" presId="urn:microsoft.com/office/officeart/2016/7/layout/RepeatingBendingProcessNew"/>
    <dgm:cxn modelId="{56E236BE-508F-4801-A7B6-259F4B776363}" type="presParOf" srcId="{458C49C0-717A-44F3-9CD8-F2AC93B4ECE8}" destId="{4BB52C11-AD50-4358-9504-F194DA242DEE}" srcOrd="7" destOrd="0" presId="urn:microsoft.com/office/officeart/2016/7/layout/RepeatingBendingProcessNew"/>
    <dgm:cxn modelId="{C47DE5A0-C27A-4A32-9B7F-398FE3528F0C}" type="presParOf" srcId="{4BB52C11-AD50-4358-9504-F194DA242DEE}" destId="{E1E8F823-A526-4EE5-9D63-02098BBEF2F1}" srcOrd="0" destOrd="0" presId="urn:microsoft.com/office/officeart/2016/7/layout/RepeatingBendingProcessNew"/>
    <dgm:cxn modelId="{E4CBAB5E-D06D-461D-8FB9-4BB2F5D524F8}" type="presParOf" srcId="{458C49C0-717A-44F3-9CD8-F2AC93B4ECE8}" destId="{58FC5879-D35F-45C2-A82B-30D14527A247}" srcOrd="8" destOrd="0" presId="urn:microsoft.com/office/officeart/2016/7/layout/RepeatingBendingProcessNew"/>
    <dgm:cxn modelId="{BA70D424-BF99-4B00-8B33-03D77D000B91}" type="presParOf" srcId="{458C49C0-717A-44F3-9CD8-F2AC93B4ECE8}" destId="{BB508535-8291-4062-9F20-F13040B88BAA}" srcOrd="9" destOrd="0" presId="urn:microsoft.com/office/officeart/2016/7/layout/RepeatingBendingProcessNew"/>
    <dgm:cxn modelId="{D370E1A4-C2D8-4570-BB23-2D3DB0046F36}" type="presParOf" srcId="{BB508535-8291-4062-9F20-F13040B88BAA}" destId="{E60E6191-4500-44D5-A56C-DBCDAA383543}" srcOrd="0" destOrd="0" presId="urn:microsoft.com/office/officeart/2016/7/layout/RepeatingBendingProcessNew"/>
    <dgm:cxn modelId="{7F603AFB-FDBA-42C8-A625-6D957EE873E0}" type="presParOf" srcId="{458C49C0-717A-44F3-9CD8-F2AC93B4ECE8}" destId="{324DEB2E-0E17-48C1-80C1-1F40E890E244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834AA9-EBE6-450F-93CF-3C8B162F7E1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21F8AC-D462-4479-9859-97763E9666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dashboard follows a star schema model.</a:t>
          </a:r>
          <a:endParaRPr lang="en-US"/>
        </a:p>
      </dgm:t>
    </dgm:pt>
    <dgm:pt modelId="{687A9A3A-72E5-4339-97A5-1BC173A719A9}" type="parTrans" cxnId="{C2DFCA65-3659-40CA-A66A-2D7B3D323ABD}">
      <dgm:prSet/>
      <dgm:spPr/>
      <dgm:t>
        <a:bodyPr/>
        <a:lstStyle/>
        <a:p>
          <a:endParaRPr lang="en-US"/>
        </a:p>
      </dgm:t>
    </dgm:pt>
    <dgm:pt modelId="{3550F8EA-C63B-43F2-87BB-E22C72292C20}" type="sibTrans" cxnId="{C2DFCA65-3659-40CA-A66A-2D7B3D323ABD}">
      <dgm:prSet/>
      <dgm:spPr/>
      <dgm:t>
        <a:bodyPr/>
        <a:lstStyle/>
        <a:p>
          <a:endParaRPr lang="en-US"/>
        </a:p>
      </dgm:t>
    </dgm:pt>
    <dgm:pt modelId="{548921E0-1BB9-4415-AF06-1FBD253938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Main tables used:</a:t>
          </a:r>
          <a:endParaRPr lang="en-US"/>
        </a:p>
      </dgm:t>
    </dgm:pt>
    <dgm:pt modelId="{8EAD1BF2-918C-4BA9-B0B8-5BBF44FA6845}" type="parTrans" cxnId="{6376B057-C496-4D06-8CA6-6816FD067C7C}">
      <dgm:prSet/>
      <dgm:spPr/>
      <dgm:t>
        <a:bodyPr/>
        <a:lstStyle/>
        <a:p>
          <a:endParaRPr lang="en-US"/>
        </a:p>
      </dgm:t>
    </dgm:pt>
    <dgm:pt modelId="{AEB136F6-E5B4-49DA-9643-1E3A9D2C86B4}" type="sibTrans" cxnId="{6376B057-C496-4D06-8CA6-6816FD067C7C}">
      <dgm:prSet/>
      <dgm:spPr/>
      <dgm:t>
        <a:bodyPr/>
        <a:lstStyle/>
        <a:p>
          <a:endParaRPr lang="en-US"/>
        </a:p>
      </dgm:t>
    </dgm:pt>
    <dgm:pt modelId="{530A1A8E-AB87-462A-A247-35876270B6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Hospital Table</a:t>
          </a:r>
          <a:endParaRPr lang="en-US"/>
        </a:p>
      </dgm:t>
    </dgm:pt>
    <dgm:pt modelId="{3C184FD6-5B1E-4A77-B012-2DAEFAF9165D}" type="parTrans" cxnId="{8C9611CC-D1B1-45B7-B466-8CF5AE4375FD}">
      <dgm:prSet/>
      <dgm:spPr/>
      <dgm:t>
        <a:bodyPr/>
        <a:lstStyle/>
        <a:p>
          <a:endParaRPr lang="en-US"/>
        </a:p>
      </dgm:t>
    </dgm:pt>
    <dgm:pt modelId="{9392E068-9159-4B47-A284-18058C44FC44}" type="sibTrans" cxnId="{8C9611CC-D1B1-45B7-B466-8CF5AE4375FD}">
      <dgm:prSet/>
      <dgm:spPr/>
      <dgm:t>
        <a:bodyPr/>
        <a:lstStyle/>
        <a:p>
          <a:endParaRPr lang="en-US"/>
        </a:p>
      </dgm:t>
    </dgm:pt>
    <dgm:pt modelId="{A515A54A-B41E-4232-BFF0-7C95FDCD7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Fact Performance Table</a:t>
          </a:r>
          <a:endParaRPr lang="en-US"/>
        </a:p>
      </dgm:t>
    </dgm:pt>
    <dgm:pt modelId="{8CC15B7F-D643-4500-977F-B7717F5E8DDB}" type="parTrans" cxnId="{EC412602-40E6-49CD-B34C-64C8BAF37490}">
      <dgm:prSet/>
      <dgm:spPr/>
      <dgm:t>
        <a:bodyPr/>
        <a:lstStyle/>
        <a:p>
          <a:endParaRPr lang="en-US"/>
        </a:p>
      </dgm:t>
    </dgm:pt>
    <dgm:pt modelId="{0F3222B4-2D20-404C-800D-8B7BB44EAF4F}" type="sibTrans" cxnId="{EC412602-40E6-49CD-B34C-64C8BAF37490}">
      <dgm:prSet/>
      <dgm:spPr/>
      <dgm:t>
        <a:bodyPr/>
        <a:lstStyle/>
        <a:p>
          <a:endParaRPr lang="en-US"/>
        </a:p>
      </dgm:t>
    </dgm:pt>
    <dgm:pt modelId="{B5A7ACFC-631E-4959-B7D8-1761DF484B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State Table</a:t>
          </a:r>
          <a:endParaRPr lang="en-US"/>
        </a:p>
      </dgm:t>
    </dgm:pt>
    <dgm:pt modelId="{16EBF7A9-3538-4F1E-885A-E86EE7EDC048}" type="parTrans" cxnId="{502F3182-8BA9-403F-84EE-0A254A3FFB1A}">
      <dgm:prSet/>
      <dgm:spPr/>
      <dgm:t>
        <a:bodyPr/>
        <a:lstStyle/>
        <a:p>
          <a:endParaRPr lang="en-US"/>
        </a:p>
      </dgm:t>
    </dgm:pt>
    <dgm:pt modelId="{4D95D30F-9398-4FE6-BA4D-B412DC2F087B}" type="sibTrans" cxnId="{502F3182-8BA9-403F-84EE-0A254A3FFB1A}">
      <dgm:prSet/>
      <dgm:spPr/>
      <dgm:t>
        <a:bodyPr/>
        <a:lstStyle/>
        <a:p>
          <a:endParaRPr lang="en-US"/>
        </a:p>
      </dgm:t>
    </dgm:pt>
    <dgm:pt modelId="{AE0FB0DE-ED0E-40DE-A0D0-0B464E3EEE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Ownership Table</a:t>
          </a:r>
          <a:endParaRPr lang="en-US"/>
        </a:p>
      </dgm:t>
    </dgm:pt>
    <dgm:pt modelId="{B20CD8FE-E909-4744-BA9B-5B6BD42669D8}" type="parTrans" cxnId="{5625E83C-58D1-4331-BAF7-324D000F805D}">
      <dgm:prSet/>
      <dgm:spPr/>
      <dgm:t>
        <a:bodyPr/>
        <a:lstStyle/>
        <a:p>
          <a:endParaRPr lang="en-US"/>
        </a:p>
      </dgm:t>
    </dgm:pt>
    <dgm:pt modelId="{7F55848F-95F0-400B-8A84-80FCAB09370F}" type="sibTrans" cxnId="{5625E83C-58D1-4331-BAF7-324D000F805D}">
      <dgm:prSet/>
      <dgm:spPr/>
      <dgm:t>
        <a:bodyPr/>
        <a:lstStyle/>
        <a:p>
          <a:endParaRPr lang="en-US"/>
        </a:p>
      </dgm:t>
    </dgm:pt>
    <dgm:pt modelId="{1A0B780F-0F64-40C3-917D-89C9A47F91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Hospital Type Table</a:t>
          </a:r>
          <a:endParaRPr lang="en-US"/>
        </a:p>
      </dgm:t>
    </dgm:pt>
    <dgm:pt modelId="{23E8E3A0-A4EB-4577-80D0-D55928AAFCB7}" type="parTrans" cxnId="{A83AE6B3-034B-4D56-9C62-DA809E490AD0}">
      <dgm:prSet/>
      <dgm:spPr/>
      <dgm:t>
        <a:bodyPr/>
        <a:lstStyle/>
        <a:p>
          <a:endParaRPr lang="en-US"/>
        </a:p>
      </dgm:t>
    </dgm:pt>
    <dgm:pt modelId="{A8E03AB3-2629-4A8D-95CF-4CA0E16D4504}" type="sibTrans" cxnId="{A83AE6B3-034B-4D56-9C62-DA809E490AD0}">
      <dgm:prSet/>
      <dgm:spPr/>
      <dgm:t>
        <a:bodyPr/>
        <a:lstStyle/>
        <a:p>
          <a:endParaRPr lang="en-US"/>
        </a:p>
      </dgm:t>
    </dgm:pt>
    <dgm:pt modelId="{6E3CF6BE-50C1-4E9E-8DD2-A3A0C30A2D80}" type="pres">
      <dgm:prSet presAssocID="{1F834AA9-EBE6-450F-93CF-3C8B162F7E11}" presName="root" presStyleCnt="0">
        <dgm:presLayoutVars>
          <dgm:dir/>
          <dgm:resizeHandles val="exact"/>
        </dgm:presLayoutVars>
      </dgm:prSet>
      <dgm:spPr/>
    </dgm:pt>
    <dgm:pt modelId="{33837484-04D2-4B3C-B469-49FF0FEB5D01}" type="pres">
      <dgm:prSet presAssocID="{9D21F8AC-D462-4479-9859-97763E966659}" presName="compNode" presStyleCnt="0"/>
      <dgm:spPr/>
    </dgm:pt>
    <dgm:pt modelId="{4065CCCF-3A0A-4670-8152-AE8A65D4A580}" type="pres">
      <dgm:prSet presAssocID="{9D21F8AC-D462-4479-9859-97763E966659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52FFB341-1C2B-40DA-BA09-F8D47EB7E7BA}" type="pres">
      <dgm:prSet presAssocID="{9D21F8AC-D462-4479-9859-97763E966659}" presName="spaceRect" presStyleCnt="0"/>
      <dgm:spPr/>
    </dgm:pt>
    <dgm:pt modelId="{A9AC7FB6-D91C-4B0C-B493-42139CAB6EB5}" type="pres">
      <dgm:prSet presAssocID="{9D21F8AC-D462-4479-9859-97763E966659}" presName="textRect" presStyleLbl="revTx" presStyleIdx="0" presStyleCnt="7">
        <dgm:presLayoutVars>
          <dgm:chMax val="1"/>
          <dgm:chPref val="1"/>
        </dgm:presLayoutVars>
      </dgm:prSet>
      <dgm:spPr/>
    </dgm:pt>
    <dgm:pt modelId="{8036F6A6-5E62-4E8D-B980-52D088E80CAF}" type="pres">
      <dgm:prSet presAssocID="{3550F8EA-C63B-43F2-87BB-E22C72292C20}" presName="sibTrans" presStyleCnt="0"/>
      <dgm:spPr/>
    </dgm:pt>
    <dgm:pt modelId="{97E330CB-970F-4343-9FB8-BBDE1D3FE96C}" type="pres">
      <dgm:prSet presAssocID="{548921E0-1BB9-4415-AF06-1FBD25393839}" presName="compNode" presStyleCnt="0"/>
      <dgm:spPr/>
    </dgm:pt>
    <dgm:pt modelId="{9CA38ACA-0299-4481-8516-137EA06A89EB}" type="pres">
      <dgm:prSet presAssocID="{548921E0-1BB9-4415-AF06-1FBD2539383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6F1E5B2F-E99F-4E0E-B889-244134AB49C3}" type="pres">
      <dgm:prSet presAssocID="{548921E0-1BB9-4415-AF06-1FBD25393839}" presName="spaceRect" presStyleCnt="0"/>
      <dgm:spPr/>
    </dgm:pt>
    <dgm:pt modelId="{7A0CC3D7-3952-4E35-88EA-B73CF1860ED0}" type="pres">
      <dgm:prSet presAssocID="{548921E0-1BB9-4415-AF06-1FBD25393839}" presName="textRect" presStyleLbl="revTx" presStyleIdx="1" presStyleCnt="7">
        <dgm:presLayoutVars>
          <dgm:chMax val="1"/>
          <dgm:chPref val="1"/>
        </dgm:presLayoutVars>
      </dgm:prSet>
      <dgm:spPr/>
    </dgm:pt>
    <dgm:pt modelId="{655BC197-C64B-4560-A929-2BA4961B9744}" type="pres">
      <dgm:prSet presAssocID="{AEB136F6-E5B4-49DA-9643-1E3A9D2C86B4}" presName="sibTrans" presStyleCnt="0"/>
      <dgm:spPr/>
    </dgm:pt>
    <dgm:pt modelId="{FE544C8B-EC12-4F67-A4EA-758BE81A1E01}" type="pres">
      <dgm:prSet presAssocID="{530A1A8E-AB87-462A-A247-35876270B609}" presName="compNode" presStyleCnt="0"/>
      <dgm:spPr/>
    </dgm:pt>
    <dgm:pt modelId="{F7551563-ABA1-452C-A262-23D0B6479B4C}" type="pres">
      <dgm:prSet presAssocID="{530A1A8E-AB87-462A-A247-35876270B609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0C536077-7689-4F6A-B3B5-2C4314C00687}" type="pres">
      <dgm:prSet presAssocID="{530A1A8E-AB87-462A-A247-35876270B609}" presName="spaceRect" presStyleCnt="0"/>
      <dgm:spPr/>
    </dgm:pt>
    <dgm:pt modelId="{19D8AA80-0558-40A6-AD3A-97CA69F74EEF}" type="pres">
      <dgm:prSet presAssocID="{530A1A8E-AB87-462A-A247-35876270B609}" presName="textRect" presStyleLbl="revTx" presStyleIdx="2" presStyleCnt="7">
        <dgm:presLayoutVars>
          <dgm:chMax val="1"/>
          <dgm:chPref val="1"/>
        </dgm:presLayoutVars>
      </dgm:prSet>
      <dgm:spPr/>
    </dgm:pt>
    <dgm:pt modelId="{DE721AAD-2A38-48FE-9645-D4AE8E2827DE}" type="pres">
      <dgm:prSet presAssocID="{9392E068-9159-4B47-A284-18058C44FC44}" presName="sibTrans" presStyleCnt="0"/>
      <dgm:spPr/>
    </dgm:pt>
    <dgm:pt modelId="{3E43B96F-D0D3-4916-B3FD-AAE1565CD6AD}" type="pres">
      <dgm:prSet presAssocID="{A515A54A-B41E-4232-BFF0-7C95FDCD767D}" presName="compNode" presStyleCnt="0"/>
      <dgm:spPr/>
    </dgm:pt>
    <dgm:pt modelId="{8AB3F32F-E853-4138-9130-6E93D87054D6}" type="pres">
      <dgm:prSet presAssocID="{A515A54A-B41E-4232-BFF0-7C95FDCD767D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367950A-35E3-4956-868E-E50FF0B3E91F}" type="pres">
      <dgm:prSet presAssocID="{A515A54A-B41E-4232-BFF0-7C95FDCD767D}" presName="spaceRect" presStyleCnt="0"/>
      <dgm:spPr/>
    </dgm:pt>
    <dgm:pt modelId="{94ACB59F-9E25-4983-9364-BE9812E68BE9}" type="pres">
      <dgm:prSet presAssocID="{A515A54A-B41E-4232-BFF0-7C95FDCD767D}" presName="textRect" presStyleLbl="revTx" presStyleIdx="3" presStyleCnt="7">
        <dgm:presLayoutVars>
          <dgm:chMax val="1"/>
          <dgm:chPref val="1"/>
        </dgm:presLayoutVars>
      </dgm:prSet>
      <dgm:spPr/>
    </dgm:pt>
    <dgm:pt modelId="{6AC3A8F8-4263-463E-B192-ADB282B016AC}" type="pres">
      <dgm:prSet presAssocID="{0F3222B4-2D20-404C-800D-8B7BB44EAF4F}" presName="sibTrans" presStyleCnt="0"/>
      <dgm:spPr/>
    </dgm:pt>
    <dgm:pt modelId="{DBC58C22-39E0-4464-98B4-1D6FF15418D6}" type="pres">
      <dgm:prSet presAssocID="{B5A7ACFC-631E-4959-B7D8-1761DF484BB6}" presName="compNode" presStyleCnt="0"/>
      <dgm:spPr/>
    </dgm:pt>
    <dgm:pt modelId="{0192E402-E346-428B-B5BB-70C6EC05B741}" type="pres">
      <dgm:prSet presAssocID="{B5A7ACFC-631E-4959-B7D8-1761DF484BB6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908A3A6-4832-4953-BDB9-0F3ADA1C047B}" type="pres">
      <dgm:prSet presAssocID="{B5A7ACFC-631E-4959-B7D8-1761DF484BB6}" presName="spaceRect" presStyleCnt="0"/>
      <dgm:spPr/>
    </dgm:pt>
    <dgm:pt modelId="{1FE70618-AA5B-4538-9926-8C8EA44CE983}" type="pres">
      <dgm:prSet presAssocID="{B5A7ACFC-631E-4959-B7D8-1761DF484BB6}" presName="textRect" presStyleLbl="revTx" presStyleIdx="4" presStyleCnt="7">
        <dgm:presLayoutVars>
          <dgm:chMax val="1"/>
          <dgm:chPref val="1"/>
        </dgm:presLayoutVars>
      </dgm:prSet>
      <dgm:spPr/>
    </dgm:pt>
    <dgm:pt modelId="{8284E22C-9661-4BAA-B120-25F3D742D82C}" type="pres">
      <dgm:prSet presAssocID="{4D95D30F-9398-4FE6-BA4D-B412DC2F087B}" presName="sibTrans" presStyleCnt="0"/>
      <dgm:spPr/>
    </dgm:pt>
    <dgm:pt modelId="{0D41C98A-97F9-4797-8522-595CC1D64B72}" type="pres">
      <dgm:prSet presAssocID="{AE0FB0DE-ED0E-40DE-A0D0-0B464E3EEEB4}" presName="compNode" presStyleCnt="0"/>
      <dgm:spPr/>
    </dgm:pt>
    <dgm:pt modelId="{CA4AF2B4-E703-4C6F-A146-EE51405D36EE}" type="pres">
      <dgm:prSet presAssocID="{AE0FB0DE-ED0E-40DE-A0D0-0B464E3EEEB4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and chairs"/>
        </a:ext>
      </dgm:extLst>
    </dgm:pt>
    <dgm:pt modelId="{4983ADE1-886C-4268-86EF-27BF901C22C3}" type="pres">
      <dgm:prSet presAssocID="{AE0FB0DE-ED0E-40DE-A0D0-0B464E3EEEB4}" presName="spaceRect" presStyleCnt="0"/>
      <dgm:spPr/>
    </dgm:pt>
    <dgm:pt modelId="{00A1F2C6-FC6E-4D82-BF8E-4FC09A0A311B}" type="pres">
      <dgm:prSet presAssocID="{AE0FB0DE-ED0E-40DE-A0D0-0B464E3EEEB4}" presName="textRect" presStyleLbl="revTx" presStyleIdx="5" presStyleCnt="7">
        <dgm:presLayoutVars>
          <dgm:chMax val="1"/>
          <dgm:chPref val="1"/>
        </dgm:presLayoutVars>
      </dgm:prSet>
      <dgm:spPr/>
    </dgm:pt>
    <dgm:pt modelId="{EBA64CCD-C4D8-430C-AD5D-A579C395BB59}" type="pres">
      <dgm:prSet presAssocID="{7F55848F-95F0-400B-8A84-80FCAB09370F}" presName="sibTrans" presStyleCnt="0"/>
      <dgm:spPr/>
    </dgm:pt>
    <dgm:pt modelId="{38512004-1873-4FF5-AE3F-24287196F510}" type="pres">
      <dgm:prSet presAssocID="{1A0B780F-0F64-40C3-917D-89C9A47F91A0}" presName="compNode" presStyleCnt="0"/>
      <dgm:spPr/>
    </dgm:pt>
    <dgm:pt modelId="{87C97479-7154-49AB-A7BA-10DE68E8BB50}" type="pres">
      <dgm:prSet presAssocID="{1A0B780F-0F64-40C3-917D-89C9A47F91A0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5DF7E870-4C4C-43CD-8600-37E605E5B32E}" type="pres">
      <dgm:prSet presAssocID="{1A0B780F-0F64-40C3-917D-89C9A47F91A0}" presName="spaceRect" presStyleCnt="0"/>
      <dgm:spPr/>
    </dgm:pt>
    <dgm:pt modelId="{933E2AF3-2BC8-489E-A0A3-0A5824E9EA9F}" type="pres">
      <dgm:prSet presAssocID="{1A0B780F-0F64-40C3-917D-89C9A47F91A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C412602-40E6-49CD-B34C-64C8BAF37490}" srcId="{1F834AA9-EBE6-450F-93CF-3C8B162F7E11}" destId="{A515A54A-B41E-4232-BFF0-7C95FDCD767D}" srcOrd="3" destOrd="0" parTransId="{8CC15B7F-D643-4500-977F-B7717F5E8DDB}" sibTransId="{0F3222B4-2D20-404C-800D-8B7BB44EAF4F}"/>
    <dgm:cxn modelId="{5625E83C-58D1-4331-BAF7-324D000F805D}" srcId="{1F834AA9-EBE6-450F-93CF-3C8B162F7E11}" destId="{AE0FB0DE-ED0E-40DE-A0D0-0B464E3EEEB4}" srcOrd="5" destOrd="0" parTransId="{B20CD8FE-E909-4744-BA9B-5B6BD42669D8}" sibTransId="{7F55848F-95F0-400B-8A84-80FCAB09370F}"/>
    <dgm:cxn modelId="{C2DFCA65-3659-40CA-A66A-2D7B3D323ABD}" srcId="{1F834AA9-EBE6-450F-93CF-3C8B162F7E11}" destId="{9D21F8AC-D462-4479-9859-97763E966659}" srcOrd="0" destOrd="0" parTransId="{687A9A3A-72E5-4339-97A5-1BC173A719A9}" sibTransId="{3550F8EA-C63B-43F2-87BB-E22C72292C20}"/>
    <dgm:cxn modelId="{96F35A57-C05B-4E99-81C9-2A6E4C7E2A26}" type="presOf" srcId="{B5A7ACFC-631E-4959-B7D8-1761DF484BB6}" destId="{1FE70618-AA5B-4538-9926-8C8EA44CE983}" srcOrd="0" destOrd="0" presId="urn:microsoft.com/office/officeart/2018/2/layout/IconLabelList"/>
    <dgm:cxn modelId="{6376B057-C496-4D06-8CA6-6816FD067C7C}" srcId="{1F834AA9-EBE6-450F-93CF-3C8B162F7E11}" destId="{548921E0-1BB9-4415-AF06-1FBD25393839}" srcOrd="1" destOrd="0" parTransId="{8EAD1BF2-918C-4BA9-B0B8-5BBF44FA6845}" sibTransId="{AEB136F6-E5B4-49DA-9643-1E3A9D2C86B4}"/>
    <dgm:cxn modelId="{502F3182-8BA9-403F-84EE-0A254A3FFB1A}" srcId="{1F834AA9-EBE6-450F-93CF-3C8B162F7E11}" destId="{B5A7ACFC-631E-4959-B7D8-1761DF484BB6}" srcOrd="4" destOrd="0" parTransId="{16EBF7A9-3538-4F1E-885A-E86EE7EDC048}" sibTransId="{4D95D30F-9398-4FE6-BA4D-B412DC2F087B}"/>
    <dgm:cxn modelId="{D02E1B97-C375-4DC5-9506-3ED8BB9B3A95}" type="presOf" srcId="{548921E0-1BB9-4415-AF06-1FBD25393839}" destId="{7A0CC3D7-3952-4E35-88EA-B73CF1860ED0}" srcOrd="0" destOrd="0" presId="urn:microsoft.com/office/officeart/2018/2/layout/IconLabelList"/>
    <dgm:cxn modelId="{5F34C5A3-6BAB-4B02-835E-398375228951}" type="presOf" srcId="{9D21F8AC-D462-4479-9859-97763E966659}" destId="{A9AC7FB6-D91C-4B0C-B493-42139CAB6EB5}" srcOrd="0" destOrd="0" presId="urn:microsoft.com/office/officeart/2018/2/layout/IconLabelList"/>
    <dgm:cxn modelId="{2516CCA4-7D53-4AB0-A01C-BBFB4E799DB9}" type="presOf" srcId="{A515A54A-B41E-4232-BFF0-7C95FDCD767D}" destId="{94ACB59F-9E25-4983-9364-BE9812E68BE9}" srcOrd="0" destOrd="0" presId="urn:microsoft.com/office/officeart/2018/2/layout/IconLabelList"/>
    <dgm:cxn modelId="{12DF30A8-237B-4912-A58E-FF5F7703782B}" type="presOf" srcId="{1A0B780F-0F64-40C3-917D-89C9A47F91A0}" destId="{933E2AF3-2BC8-489E-A0A3-0A5824E9EA9F}" srcOrd="0" destOrd="0" presId="urn:microsoft.com/office/officeart/2018/2/layout/IconLabelList"/>
    <dgm:cxn modelId="{A83AE6B3-034B-4D56-9C62-DA809E490AD0}" srcId="{1F834AA9-EBE6-450F-93CF-3C8B162F7E11}" destId="{1A0B780F-0F64-40C3-917D-89C9A47F91A0}" srcOrd="6" destOrd="0" parTransId="{23E8E3A0-A4EB-4577-80D0-D55928AAFCB7}" sibTransId="{A8E03AB3-2629-4A8D-95CF-4CA0E16D4504}"/>
    <dgm:cxn modelId="{1CD82BC1-CC4E-496D-842A-7BD702BB0920}" type="presOf" srcId="{530A1A8E-AB87-462A-A247-35876270B609}" destId="{19D8AA80-0558-40A6-AD3A-97CA69F74EEF}" srcOrd="0" destOrd="0" presId="urn:microsoft.com/office/officeart/2018/2/layout/IconLabelList"/>
    <dgm:cxn modelId="{692453C9-53DF-48E6-97D5-B058EDCF30E5}" type="presOf" srcId="{1F834AA9-EBE6-450F-93CF-3C8B162F7E11}" destId="{6E3CF6BE-50C1-4E9E-8DD2-A3A0C30A2D80}" srcOrd="0" destOrd="0" presId="urn:microsoft.com/office/officeart/2018/2/layout/IconLabelList"/>
    <dgm:cxn modelId="{8C9611CC-D1B1-45B7-B466-8CF5AE4375FD}" srcId="{1F834AA9-EBE6-450F-93CF-3C8B162F7E11}" destId="{530A1A8E-AB87-462A-A247-35876270B609}" srcOrd="2" destOrd="0" parTransId="{3C184FD6-5B1E-4A77-B012-2DAEFAF9165D}" sibTransId="{9392E068-9159-4B47-A284-18058C44FC44}"/>
    <dgm:cxn modelId="{B7541CFF-959D-4406-8A99-DF2D0066D8FA}" type="presOf" srcId="{AE0FB0DE-ED0E-40DE-A0D0-0B464E3EEEB4}" destId="{00A1F2C6-FC6E-4D82-BF8E-4FC09A0A311B}" srcOrd="0" destOrd="0" presId="urn:microsoft.com/office/officeart/2018/2/layout/IconLabelList"/>
    <dgm:cxn modelId="{43F69BA3-80E1-4875-8C85-C1171332B5FD}" type="presParOf" srcId="{6E3CF6BE-50C1-4E9E-8DD2-A3A0C30A2D80}" destId="{33837484-04D2-4B3C-B469-49FF0FEB5D01}" srcOrd="0" destOrd="0" presId="urn:microsoft.com/office/officeart/2018/2/layout/IconLabelList"/>
    <dgm:cxn modelId="{D47AD3CB-7BF2-474D-96D8-52F8C7A100CC}" type="presParOf" srcId="{33837484-04D2-4B3C-B469-49FF0FEB5D01}" destId="{4065CCCF-3A0A-4670-8152-AE8A65D4A580}" srcOrd="0" destOrd="0" presId="urn:microsoft.com/office/officeart/2018/2/layout/IconLabelList"/>
    <dgm:cxn modelId="{001E3B54-1B7B-49C6-9576-A6F5F22178E5}" type="presParOf" srcId="{33837484-04D2-4B3C-B469-49FF0FEB5D01}" destId="{52FFB341-1C2B-40DA-BA09-F8D47EB7E7BA}" srcOrd="1" destOrd="0" presId="urn:microsoft.com/office/officeart/2018/2/layout/IconLabelList"/>
    <dgm:cxn modelId="{157387B3-6DF0-49A4-A31C-82F1877F8666}" type="presParOf" srcId="{33837484-04D2-4B3C-B469-49FF0FEB5D01}" destId="{A9AC7FB6-D91C-4B0C-B493-42139CAB6EB5}" srcOrd="2" destOrd="0" presId="urn:microsoft.com/office/officeart/2018/2/layout/IconLabelList"/>
    <dgm:cxn modelId="{5A018DF4-587C-438C-A56C-84B7BB36AB56}" type="presParOf" srcId="{6E3CF6BE-50C1-4E9E-8DD2-A3A0C30A2D80}" destId="{8036F6A6-5E62-4E8D-B980-52D088E80CAF}" srcOrd="1" destOrd="0" presId="urn:microsoft.com/office/officeart/2018/2/layout/IconLabelList"/>
    <dgm:cxn modelId="{C2183D59-55AF-4D96-9DA2-AA80A6515D29}" type="presParOf" srcId="{6E3CF6BE-50C1-4E9E-8DD2-A3A0C30A2D80}" destId="{97E330CB-970F-4343-9FB8-BBDE1D3FE96C}" srcOrd="2" destOrd="0" presId="urn:microsoft.com/office/officeart/2018/2/layout/IconLabelList"/>
    <dgm:cxn modelId="{F26D7C2C-1C27-414F-A510-8CB7FA3EDCF0}" type="presParOf" srcId="{97E330CB-970F-4343-9FB8-BBDE1D3FE96C}" destId="{9CA38ACA-0299-4481-8516-137EA06A89EB}" srcOrd="0" destOrd="0" presId="urn:microsoft.com/office/officeart/2018/2/layout/IconLabelList"/>
    <dgm:cxn modelId="{0F26CC22-56A4-4896-A441-E5CD39F468AA}" type="presParOf" srcId="{97E330CB-970F-4343-9FB8-BBDE1D3FE96C}" destId="{6F1E5B2F-E99F-4E0E-B889-244134AB49C3}" srcOrd="1" destOrd="0" presId="urn:microsoft.com/office/officeart/2018/2/layout/IconLabelList"/>
    <dgm:cxn modelId="{3313D883-58BC-4F1B-B544-70890093F246}" type="presParOf" srcId="{97E330CB-970F-4343-9FB8-BBDE1D3FE96C}" destId="{7A0CC3D7-3952-4E35-88EA-B73CF1860ED0}" srcOrd="2" destOrd="0" presId="urn:microsoft.com/office/officeart/2018/2/layout/IconLabelList"/>
    <dgm:cxn modelId="{FF17DD00-0C26-4011-B3EF-0B384441619B}" type="presParOf" srcId="{6E3CF6BE-50C1-4E9E-8DD2-A3A0C30A2D80}" destId="{655BC197-C64B-4560-A929-2BA4961B9744}" srcOrd="3" destOrd="0" presId="urn:microsoft.com/office/officeart/2018/2/layout/IconLabelList"/>
    <dgm:cxn modelId="{6C5EF3F4-F14A-4AE0-818F-7DCFDD4E62B5}" type="presParOf" srcId="{6E3CF6BE-50C1-4E9E-8DD2-A3A0C30A2D80}" destId="{FE544C8B-EC12-4F67-A4EA-758BE81A1E01}" srcOrd="4" destOrd="0" presId="urn:microsoft.com/office/officeart/2018/2/layout/IconLabelList"/>
    <dgm:cxn modelId="{7B34A12A-2C41-4DB1-A5E5-9D50AF587F06}" type="presParOf" srcId="{FE544C8B-EC12-4F67-A4EA-758BE81A1E01}" destId="{F7551563-ABA1-452C-A262-23D0B6479B4C}" srcOrd="0" destOrd="0" presId="urn:microsoft.com/office/officeart/2018/2/layout/IconLabelList"/>
    <dgm:cxn modelId="{02E7C67A-F442-4137-B025-A54BC2CF8CC9}" type="presParOf" srcId="{FE544C8B-EC12-4F67-A4EA-758BE81A1E01}" destId="{0C536077-7689-4F6A-B3B5-2C4314C00687}" srcOrd="1" destOrd="0" presId="urn:microsoft.com/office/officeart/2018/2/layout/IconLabelList"/>
    <dgm:cxn modelId="{897FFE1E-4FE7-4ED0-A419-E564D8E1A7F3}" type="presParOf" srcId="{FE544C8B-EC12-4F67-A4EA-758BE81A1E01}" destId="{19D8AA80-0558-40A6-AD3A-97CA69F74EEF}" srcOrd="2" destOrd="0" presId="urn:microsoft.com/office/officeart/2018/2/layout/IconLabelList"/>
    <dgm:cxn modelId="{B170AA62-F82D-4F11-A296-A3BB77AD0311}" type="presParOf" srcId="{6E3CF6BE-50C1-4E9E-8DD2-A3A0C30A2D80}" destId="{DE721AAD-2A38-48FE-9645-D4AE8E2827DE}" srcOrd="5" destOrd="0" presId="urn:microsoft.com/office/officeart/2018/2/layout/IconLabelList"/>
    <dgm:cxn modelId="{B03B4A9E-61AF-4A17-9DF1-4EB665B0D1FB}" type="presParOf" srcId="{6E3CF6BE-50C1-4E9E-8DD2-A3A0C30A2D80}" destId="{3E43B96F-D0D3-4916-B3FD-AAE1565CD6AD}" srcOrd="6" destOrd="0" presId="urn:microsoft.com/office/officeart/2018/2/layout/IconLabelList"/>
    <dgm:cxn modelId="{DDE346BF-2460-442C-BA8F-B47CDB68FBBC}" type="presParOf" srcId="{3E43B96F-D0D3-4916-B3FD-AAE1565CD6AD}" destId="{8AB3F32F-E853-4138-9130-6E93D87054D6}" srcOrd="0" destOrd="0" presId="urn:microsoft.com/office/officeart/2018/2/layout/IconLabelList"/>
    <dgm:cxn modelId="{D2CEE491-B4A0-45DA-83EF-CFD1D8F23849}" type="presParOf" srcId="{3E43B96F-D0D3-4916-B3FD-AAE1565CD6AD}" destId="{8367950A-35E3-4956-868E-E50FF0B3E91F}" srcOrd="1" destOrd="0" presId="urn:microsoft.com/office/officeart/2018/2/layout/IconLabelList"/>
    <dgm:cxn modelId="{14EC6677-1BA7-4FFC-BCE8-DF6F8C452D87}" type="presParOf" srcId="{3E43B96F-D0D3-4916-B3FD-AAE1565CD6AD}" destId="{94ACB59F-9E25-4983-9364-BE9812E68BE9}" srcOrd="2" destOrd="0" presId="urn:microsoft.com/office/officeart/2018/2/layout/IconLabelList"/>
    <dgm:cxn modelId="{35353AAF-4483-4D44-AF0F-FEBABF6EACED}" type="presParOf" srcId="{6E3CF6BE-50C1-4E9E-8DD2-A3A0C30A2D80}" destId="{6AC3A8F8-4263-463E-B192-ADB282B016AC}" srcOrd="7" destOrd="0" presId="urn:microsoft.com/office/officeart/2018/2/layout/IconLabelList"/>
    <dgm:cxn modelId="{325F688E-72CC-4502-9DF5-59505878B857}" type="presParOf" srcId="{6E3CF6BE-50C1-4E9E-8DD2-A3A0C30A2D80}" destId="{DBC58C22-39E0-4464-98B4-1D6FF15418D6}" srcOrd="8" destOrd="0" presId="urn:microsoft.com/office/officeart/2018/2/layout/IconLabelList"/>
    <dgm:cxn modelId="{780482BA-6174-47E2-8962-B027588BBF47}" type="presParOf" srcId="{DBC58C22-39E0-4464-98B4-1D6FF15418D6}" destId="{0192E402-E346-428B-B5BB-70C6EC05B741}" srcOrd="0" destOrd="0" presId="urn:microsoft.com/office/officeart/2018/2/layout/IconLabelList"/>
    <dgm:cxn modelId="{6FF7E14C-0AB6-4E8E-8A22-82CF57F4B40A}" type="presParOf" srcId="{DBC58C22-39E0-4464-98B4-1D6FF15418D6}" destId="{C908A3A6-4832-4953-BDB9-0F3ADA1C047B}" srcOrd="1" destOrd="0" presId="urn:microsoft.com/office/officeart/2018/2/layout/IconLabelList"/>
    <dgm:cxn modelId="{C51E703B-7973-487B-BF57-3F0E4EE6C5B9}" type="presParOf" srcId="{DBC58C22-39E0-4464-98B4-1D6FF15418D6}" destId="{1FE70618-AA5B-4538-9926-8C8EA44CE983}" srcOrd="2" destOrd="0" presId="urn:microsoft.com/office/officeart/2018/2/layout/IconLabelList"/>
    <dgm:cxn modelId="{11390664-4DB0-4A4A-A893-CAD1AF5A9498}" type="presParOf" srcId="{6E3CF6BE-50C1-4E9E-8DD2-A3A0C30A2D80}" destId="{8284E22C-9661-4BAA-B120-25F3D742D82C}" srcOrd="9" destOrd="0" presId="urn:microsoft.com/office/officeart/2018/2/layout/IconLabelList"/>
    <dgm:cxn modelId="{2087C560-FC6B-4BD4-A49A-014F3FF0CA9A}" type="presParOf" srcId="{6E3CF6BE-50C1-4E9E-8DD2-A3A0C30A2D80}" destId="{0D41C98A-97F9-4797-8522-595CC1D64B72}" srcOrd="10" destOrd="0" presId="urn:microsoft.com/office/officeart/2018/2/layout/IconLabelList"/>
    <dgm:cxn modelId="{ECB2440A-A855-4A56-96AD-304C7461B7E1}" type="presParOf" srcId="{0D41C98A-97F9-4797-8522-595CC1D64B72}" destId="{CA4AF2B4-E703-4C6F-A146-EE51405D36EE}" srcOrd="0" destOrd="0" presId="urn:microsoft.com/office/officeart/2018/2/layout/IconLabelList"/>
    <dgm:cxn modelId="{C741A5ED-DDBC-4862-ABA1-F334888D4C40}" type="presParOf" srcId="{0D41C98A-97F9-4797-8522-595CC1D64B72}" destId="{4983ADE1-886C-4268-86EF-27BF901C22C3}" srcOrd="1" destOrd="0" presId="urn:microsoft.com/office/officeart/2018/2/layout/IconLabelList"/>
    <dgm:cxn modelId="{9C3B1F7C-A476-420A-A93D-2FE366B5FCCD}" type="presParOf" srcId="{0D41C98A-97F9-4797-8522-595CC1D64B72}" destId="{00A1F2C6-FC6E-4D82-BF8E-4FC09A0A311B}" srcOrd="2" destOrd="0" presId="urn:microsoft.com/office/officeart/2018/2/layout/IconLabelList"/>
    <dgm:cxn modelId="{542925B1-D0A8-4CFB-975E-1A7C63C8F8DC}" type="presParOf" srcId="{6E3CF6BE-50C1-4E9E-8DD2-A3A0C30A2D80}" destId="{EBA64CCD-C4D8-430C-AD5D-A579C395BB59}" srcOrd="11" destOrd="0" presId="urn:microsoft.com/office/officeart/2018/2/layout/IconLabelList"/>
    <dgm:cxn modelId="{7A56FF82-15CD-4765-AE4E-EB9F86DFF36E}" type="presParOf" srcId="{6E3CF6BE-50C1-4E9E-8DD2-A3A0C30A2D80}" destId="{38512004-1873-4FF5-AE3F-24287196F510}" srcOrd="12" destOrd="0" presId="urn:microsoft.com/office/officeart/2018/2/layout/IconLabelList"/>
    <dgm:cxn modelId="{82FF9CF9-0D94-41F7-9612-A564B9112ABA}" type="presParOf" srcId="{38512004-1873-4FF5-AE3F-24287196F510}" destId="{87C97479-7154-49AB-A7BA-10DE68E8BB50}" srcOrd="0" destOrd="0" presId="urn:microsoft.com/office/officeart/2018/2/layout/IconLabelList"/>
    <dgm:cxn modelId="{61759CC1-3453-4D11-A758-1F652FC44D4C}" type="presParOf" srcId="{38512004-1873-4FF5-AE3F-24287196F510}" destId="{5DF7E870-4C4C-43CD-8600-37E605E5B32E}" srcOrd="1" destOrd="0" presId="urn:microsoft.com/office/officeart/2018/2/layout/IconLabelList"/>
    <dgm:cxn modelId="{03C43044-37D4-486F-B649-33965FF3382C}" type="presParOf" srcId="{38512004-1873-4FF5-AE3F-24287196F510}" destId="{933E2AF3-2BC8-489E-A0A3-0A5824E9EA9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D809FC-A8F5-4F6A-836C-CE33C0A9D27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C43791-E938-48B9-A82A-026E1BD7189A}">
      <dgm:prSet/>
      <dgm:spPr/>
      <dgm:t>
        <a:bodyPr/>
        <a:lstStyle/>
        <a:p>
          <a:r>
            <a:rPr lang="en-US" b="0"/>
            <a:t>• Total Hospitals</a:t>
          </a:r>
          <a:endParaRPr lang="en-US"/>
        </a:p>
      </dgm:t>
    </dgm:pt>
    <dgm:pt modelId="{0AEC8F04-D3BA-4309-AD63-0F83CB9BDC4A}" type="parTrans" cxnId="{0A3971CE-4FFB-4441-A0B3-018447FD786F}">
      <dgm:prSet/>
      <dgm:spPr/>
      <dgm:t>
        <a:bodyPr/>
        <a:lstStyle/>
        <a:p>
          <a:endParaRPr lang="en-US"/>
        </a:p>
      </dgm:t>
    </dgm:pt>
    <dgm:pt modelId="{0C92A387-BAC1-4A5A-978B-6C56DFBDB9F5}" type="sibTrans" cxnId="{0A3971CE-4FFB-4441-A0B3-018447FD786F}">
      <dgm:prSet/>
      <dgm:spPr/>
      <dgm:t>
        <a:bodyPr/>
        <a:lstStyle/>
        <a:p>
          <a:endParaRPr lang="en-US"/>
        </a:p>
      </dgm:t>
    </dgm:pt>
    <dgm:pt modelId="{C4AECB52-6017-41BE-BD5B-527C610B23A4}">
      <dgm:prSet/>
      <dgm:spPr/>
      <dgm:t>
        <a:bodyPr/>
        <a:lstStyle/>
        <a:p>
          <a:r>
            <a:rPr lang="en-US" b="0"/>
            <a:t>• Average Overall Rating</a:t>
          </a:r>
          <a:endParaRPr lang="en-US"/>
        </a:p>
      </dgm:t>
    </dgm:pt>
    <dgm:pt modelId="{E3399142-7C2D-495C-96CB-2D61D4C6595E}" type="parTrans" cxnId="{68DF87AB-D7E1-43D5-B595-F9A18F88EF48}">
      <dgm:prSet/>
      <dgm:spPr/>
      <dgm:t>
        <a:bodyPr/>
        <a:lstStyle/>
        <a:p>
          <a:endParaRPr lang="en-US"/>
        </a:p>
      </dgm:t>
    </dgm:pt>
    <dgm:pt modelId="{797B1D65-7A3F-459A-B138-7B04C0AD150C}" type="sibTrans" cxnId="{68DF87AB-D7E1-43D5-B595-F9A18F88EF48}">
      <dgm:prSet/>
      <dgm:spPr/>
      <dgm:t>
        <a:bodyPr/>
        <a:lstStyle/>
        <a:p>
          <a:endParaRPr lang="en-US"/>
        </a:p>
      </dgm:t>
    </dgm:pt>
    <dgm:pt modelId="{721A5C26-D924-404A-BAFC-F1206678F0D1}">
      <dgm:prSet/>
      <dgm:spPr/>
      <dgm:t>
        <a:bodyPr/>
        <a:lstStyle/>
        <a:p>
          <a:r>
            <a:rPr lang="en-US" b="0"/>
            <a:t>• Better Performance Count</a:t>
          </a:r>
          <a:endParaRPr lang="en-US"/>
        </a:p>
      </dgm:t>
    </dgm:pt>
    <dgm:pt modelId="{E67E6418-9FA0-4916-AD7F-1D26D5E45B32}" type="parTrans" cxnId="{2F30C076-3D90-4FEE-9A71-2870EA68E804}">
      <dgm:prSet/>
      <dgm:spPr/>
      <dgm:t>
        <a:bodyPr/>
        <a:lstStyle/>
        <a:p>
          <a:endParaRPr lang="en-US"/>
        </a:p>
      </dgm:t>
    </dgm:pt>
    <dgm:pt modelId="{F4A27AA4-3081-4D4E-8ED0-D9FEF2017918}" type="sibTrans" cxnId="{2F30C076-3D90-4FEE-9A71-2870EA68E804}">
      <dgm:prSet/>
      <dgm:spPr/>
      <dgm:t>
        <a:bodyPr/>
        <a:lstStyle/>
        <a:p>
          <a:endParaRPr lang="en-US"/>
        </a:p>
      </dgm:t>
    </dgm:pt>
    <dgm:pt modelId="{B4597DB4-4DC2-409D-A935-FB2628D593F5}">
      <dgm:prSet/>
      <dgm:spPr/>
      <dgm:t>
        <a:bodyPr/>
        <a:lstStyle/>
        <a:p>
          <a:r>
            <a:rPr lang="en-US" b="0"/>
            <a:t>• Worse Performance Count</a:t>
          </a:r>
          <a:endParaRPr lang="en-US"/>
        </a:p>
      </dgm:t>
    </dgm:pt>
    <dgm:pt modelId="{B23E3FE7-8AF8-4A97-9262-EA2ACB07D975}" type="parTrans" cxnId="{11BF2799-52A8-4425-A51C-6DF372F83CD0}">
      <dgm:prSet/>
      <dgm:spPr/>
      <dgm:t>
        <a:bodyPr/>
        <a:lstStyle/>
        <a:p>
          <a:endParaRPr lang="en-US"/>
        </a:p>
      </dgm:t>
    </dgm:pt>
    <dgm:pt modelId="{AF310F50-88A1-4520-8FA6-0D72AAA6CFA0}" type="sibTrans" cxnId="{11BF2799-52A8-4425-A51C-6DF372F83CD0}">
      <dgm:prSet/>
      <dgm:spPr/>
      <dgm:t>
        <a:bodyPr/>
        <a:lstStyle/>
        <a:p>
          <a:endParaRPr lang="en-US"/>
        </a:p>
      </dgm:t>
    </dgm:pt>
    <dgm:pt modelId="{1BEA8E7F-32FB-48E4-AB68-3E2C0B2A90D3}">
      <dgm:prSet/>
      <dgm:spPr/>
      <dgm:t>
        <a:bodyPr/>
        <a:lstStyle/>
        <a:p>
          <a:r>
            <a:rPr lang="en-US" b="0"/>
            <a:t>• Average Mortality Score</a:t>
          </a:r>
          <a:endParaRPr lang="en-US"/>
        </a:p>
      </dgm:t>
    </dgm:pt>
    <dgm:pt modelId="{2D5EFD3A-A827-4114-A3B3-1283EACB4717}" type="parTrans" cxnId="{4B29FB69-67D8-4C45-9107-0EDFA54E59A1}">
      <dgm:prSet/>
      <dgm:spPr/>
      <dgm:t>
        <a:bodyPr/>
        <a:lstStyle/>
        <a:p>
          <a:endParaRPr lang="en-US"/>
        </a:p>
      </dgm:t>
    </dgm:pt>
    <dgm:pt modelId="{72A54942-0E2B-4B7B-9A2B-D90F3A4EE467}" type="sibTrans" cxnId="{4B29FB69-67D8-4C45-9107-0EDFA54E59A1}">
      <dgm:prSet/>
      <dgm:spPr/>
      <dgm:t>
        <a:bodyPr/>
        <a:lstStyle/>
        <a:p>
          <a:endParaRPr lang="en-US"/>
        </a:p>
      </dgm:t>
    </dgm:pt>
    <dgm:pt modelId="{57962C89-83EA-4EB9-9DDF-1683FA4B329F}">
      <dgm:prSet/>
      <dgm:spPr/>
      <dgm:t>
        <a:bodyPr/>
        <a:lstStyle/>
        <a:p>
          <a:r>
            <a:rPr lang="en-US" b="0"/>
            <a:t>• Average Safety Score</a:t>
          </a:r>
          <a:endParaRPr lang="en-US"/>
        </a:p>
      </dgm:t>
    </dgm:pt>
    <dgm:pt modelId="{EF967A2D-92B7-47AF-8D1C-89E72B16C2E3}" type="parTrans" cxnId="{32AEE109-83CE-43D5-8597-F4D2EB19227A}">
      <dgm:prSet/>
      <dgm:spPr/>
      <dgm:t>
        <a:bodyPr/>
        <a:lstStyle/>
        <a:p>
          <a:endParaRPr lang="en-US"/>
        </a:p>
      </dgm:t>
    </dgm:pt>
    <dgm:pt modelId="{7D03ED70-11B3-483D-B7E7-0652DD2E4F01}" type="sibTrans" cxnId="{32AEE109-83CE-43D5-8597-F4D2EB19227A}">
      <dgm:prSet/>
      <dgm:spPr/>
      <dgm:t>
        <a:bodyPr/>
        <a:lstStyle/>
        <a:p>
          <a:endParaRPr lang="en-US"/>
        </a:p>
      </dgm:t>
    </dgm:pt>
    <dgm:pt modelId="{92CB926F-229F-4FAF-AFA8-5D5793681530}">
      <dgm:prSet/>
      <dgm:spPr/>
      <dgm:t>
        <a:bodyPr/>
        <a:lstStyle/>
        <a:p>
          <a:r>
            <a:rPr lang="en-US" b="0"/>
            <a:t>• Average Readmission Score</a:t>
          </a:r>
          <a:endParaRPr lang="en-US"/>
        </a:p>
      </dgm:t>
    </dgm:pt>
    <dgm:pt modelId="{CB2D517F-7E9B-441C-BE8D-17885E180857}" type="parTrans" cxnId="{29E6461F-140A-4572-84BE-65856C25DECA}">
      <dgm:prSet/>
      <dgm:spPr/>
      <dgm:t>
        <a:bodyPr/>
        <a:lstStyle/>
        <a:p>
          <a:endParaRPr lang="en-US"/>
        </a:p>
      </dgm:t>
    </dgm:pt>
    <dgm:pt modelId="{C3C83CED-D367-4EAF-98BD-8B1D9A6E4022}" type="sibTrans" cxnId="{29E6461F-140A-4572-84BE-65856C25DECA}">
      <dgm:prSet/>
      <dgm:spPr/>
      <dgm:t>
        <a:bodyPr/>
        <a:lstStyle/>
        <a:p>
          <a:endParaRPr lang="en-US"/>
        </a:p>
      </dgm:t>
    </dgm:pt>
    <dgm:pt modelId="{8732C0A4-DCB5-4209-9310-914F192A7323}">
      <dgm:prSet/>
      <dgm:spPr/>
      <dgm:t>
        <a:bodyPr/>
        <a:lstStyle/>
        <a:p>
          <a:r>
            <a:rPr lang="en-US" b="0"/>
            <a:t>• Average Patient Experience Score</a:t>
          </a:r>
          <a:endParaRPr lang="en-US"/>
        </a:p>
      </dgm:t>
    </dgm:pt>
    <dgm:pt modelId="{3B433300-4004-4BDC-BB0C-E8912E5DA87B}" type="parTrans" cxnId="{FF83090B-720D-494F-AE2D-B8AA0CFF025C}">
      <dgm:prSet/>
      <dgm:spPr/>
      <dgm:t>
        <a:bodyPr/>
        <a:lstStyle/>
        <a:p>
          <a:endParaRPr lang="en-US"/>
        </a:p>
      </dgm:t>
    </dgm:pt>
    <dgm:pt modelId="{E9A733D4-E13D-407C-8DF8-774513158C80}" type="sibTrans" cxnId="{FF83090B-720D-494F-AE2D-B8AA0CFF025C}">
      <dgm:prSet/>
      <dgm:spPr/>
      <dgm:t>
        <a:bodyPr/>
        <a:lstStyle/>
        <a:p>
          <a:endParaRPr lang="en-US"/>
        </a:p>
      </dgm:t>
    </dgm:pt>
    <dgm:pt modelId="{0FA21CF6-54D4-49A0-AD5E-BE84FC906FB5}" type="pres">
      <dgm:prSet presAssocID="{AED809FC-A8F5-4F6A-836C-CE33C0A9D27A}" presName="diagram" presStyleCnt="0">
        <dgm:presLayoutVars>
          <dgm:dir/>
          <dgm:resizeHandles val="exact"/>
        </dgm:presLayoutVars>
      </dgm:prSet>
      <dgm:spPr/>
    </dgm:pt>
    <dgm:pt modelId="{B5C671B0-A515-4B78-9029-BB367692529B}" type="pres">
      <dgm:prSet presAssocID="{15C43791-E938-48B9-A82A-026E1BD7189A}" presName="node" presStyleLbl="node1" presStyleIdx="0" presStyleCnt="8">
        <dgm:presLayoutVars>
          <dgm:bulletEnabled val="1"/>
        </dgm:presLayoutVars>
      </dgm:prSet>
      <dgm:spPr/>
    </dgm:pt>
    <dgm:pt modelId="{140431AA-E307-4C8F-ADD9-D3DAEA28EB8D}" type="pres">
      <dgm:prSet presAssocID="{0C92A387-BAC1-4A5A-978B-6C56DFBDB9F5}" presName="sibTrans" presStyleCnt="0"/>
      <dgm:spPr/>
    </dgm:pt>
    <dgm:pt modelId="{EA8704F0-C63B-4F89-91C6-1517267AA58B}" type="pres">
      <dgm:prSet presAssocID="{C4AECB52-6017-41BE-BD5B-527C610B23A4}" presName="node" presStyleLbl="node1" presStyleIdx="1" presStyleCnt="8">
        <dgm:presLayoutVars>
          <dgm:bulletEnabled val="1"/>
        </dgm:presLayoutVars>
      </dgm:prSet>
      <dgm:spPr/>
    </dgm:pt>
    <dgm:pt modelId="{E3FCB041-884F-484A-9786-04CAE35F1799}" type="pres">
      <dgm:prSet presAssocID="{797B1D65-7A3F-459A-B138-7B04C0AD150C}" presName="sibTrans" presStyleCnt="0"/>
      <dgm:spPr/>
    </dgm:pt>
    <dgm:pt modelId="{8AC92718-9791-4B88-AC55-41C7DDCE4FA0}" type="pres">
      <dgm:prSet presAssocID="{721A5C26-D924-404A-BAFC-F1206678F0D1}" presName="node" presStyleLbl="node1" presStyleIdx="2" presStyleCnt="8">
        <dgm:presLayoutVars>
          <dgm:bulletEnabled val="1"/>
        </dgm:presLayoutVars>
      </dgm:prSet>
      <dgm:spPr/>
    </dgm:pt>
    <dgm:pt modelId="{283B3AE8-1EC7-483E-8F05-28619CD84E74}" type="pres">
      <dgm:prSet presAssocID="{F4A27AA4-3081-4D4E-8ED0-D9FEF2017918}" presName="sibTrans" presStyleCnt="0"/>
      <dgm:spPr/>
    </dgm:pt>
    <dgm:pt modelId="{544327C6-E638-4ED0-9854-D1DA7DC8EF88}" type="pres">
      <dgm:prSet presAssocID="{B4597DB4-4DC2-409D-A935-FB2628D593F5}" presName="node" presStyleLbl="node1" presStyleIdx="3" presStyleCnt="8">
        <dgm:presLayoutVars>
          <dgm:bulletEnabled val="1"/>
        </dgm:presLayoutVars>
      </dgm:prSet>
      <dgm:spPr/>
    </dgm:pt>
    <dgm:pt modelId="{3362EB70-BB40-4F16-85E1-E92272D84FBB}" type="pres">
      <dgm:prSet presAssocID="{AF310F50-88A1-4520-8FA6-0D72AAA6CFA0}" presName="sibTrans" presStyleCnt="0"/>
      <dgm:spPr/>
    </dgm:pt>
    <dgm:pt modelId="{A33A405D-8680-408E-9BAA-9277109DA5E5}" type="pres">
      <dgm:prSet presAssocID="{1BEA8E7F-32FB-48E4-AB68-3E2C0B2A90D3}" presName="node" presStyleLbl="node1" presStyleIdx="4" presStyleCnt="8">
        <dgm:presLayoutVars>
          <dgm:bulletEnabled val="1"/>
        </dgm:presLayoutVars>
      </dgm:prSet>
      <dgm:spPr/>
    </dgm:pt>
    <dgm:pt modelId="{99D8ACF6-49FA-425E-A9B3-AB35EC694F25}" type="pres">
      <dgm:prSet presAssocID="{72A54942-0E2B-4B7B-9A2B-D90F3A4EE467}" presName="sibTrans" presStyleCnt="0"/>
      <dgm:spPr/>
    </dgm:pt>
    <dgm:pt modelId="{450F1457-2AA0-4AC4-B055-07260CB7EED5}" type="pres">
      <dgm:prSet presAssocID="{57962C89-83EA-4EB9-9DDF-1683FA4B329F}" presName="node" presStyleLbl="node1" presStyleIdx="5" presStyleCnt="8">
        <dgm:presLayoutVars>
          <dgm:bulletEnabled val="1"/>
        </dgm:presLayoutVars>
      </dgm:prSet>
      <dgm:spPr/>
    </dgm:pt>
    <dgm:pt modelId="{4212872D-1C15-4C55-8E41-58F260BE27E2}" type="pres">
      <dgm:prSet presAssocID="{7D03ED70-11B3-483D-B7E7-0652DD2E4F01}" presName="sibTrans" presStyleCnt="0"/>
      <dgm:spPr/>
    </dgm:pt>
    <dgm:pt modelId="{163DB012-3FE9-4A9C-9C6C-EFDCDC3DD3B3}" type="pres">
      <dgm:prSet presAssocID="{92CB926F-229F-4FAF-AFA8-5D5793681530}" presName="node" presStyleLbl="node1" presStyleIdx="6" presStyleCnt="8">
        <dgm:presLayoutVars>
          <dgm:bulletEnabled val="1"/>
        </dgm:presLayoutVars>
      </dgm:prSet>
      <dgm:spPr/>
    </dgm:pt>
    <dgm:pt modelId="{9B0D9545-26EA-42ED-BFCA-AAA908E0BA22}" type="pres">
      <dgm:prSet presAssocID="{C3C83CED-D367-4EAF-98BD-8B1D9A6E4022}" presName="sibTrans" presStyleCnt="0"/>
      <dgm:spPr/>
    </dgm:pt>
    <dgm:pt modelId="{0AA9344D-CA4F-4BAC-8250-CDE96120A10C}" type="pres">
      <dgm:prSet presAssocID="{8732C0A4-DCB5-4209-9310-914F192A7323}" presName="node" presStyleLbl="node1" presStyleIdx="7" presStyleCnt="8">
        <dgm:presLayoutVars>
          <dgm:bulletEnabled val="1"/>
        </dgm:presLayoutVars>
      </dgm:prSet>
      <dgm:spPr/>
    </dgm:pt>
  </dgm:ptLst>
  <dgm:cxnLst>
    <dgm:cxn modelId="{32AEE109-83CE-43D5-8597-F4D2EB19227A}" srcId="{AED809FC-A8F5-4F6A-836C-CE33C0A9D27A}" destId="{57962C89-83EA-4EB9-9DDF-1683FA4B329F}" srcOrd="5" destOrd="0" parTransId="{EF967A2D-92B7-47AF-8D1C-89E72B16C2E3}" sibTransId="{7D03ED70-11B3-483D-B7E7-0652DD2E4F01}"/>
    <dgm:cxn modelId="{FF83090B-720D-494F-AE2D-B8AA0CFF025C}" srcId="{AED809FC-A8F5-4F6A-836C-CE33C0A9D27A}" destId="{8732C0A4-DCB5-4209-9310-914F192A7323}" srcOrd="7" destOrd="0" parTransId="{3B433300-4004-4BDC-BB0C-E8912E5DA87B}" sibTransId="{E9A733D4-E13D-407C-8DF8-774513158C80}"/>
    <dgm:cxn modelId="{172DEC1A-4A19-4B69-B724-282F637BAC08}" type="presOf" srcId="{57962C89-83EA-4EB9-9DDF-1683FA4B329F}" destId="{450F1457-2AA0-4AC4-B055-07260CB7EED5}" srcOrd="0" destOrd="0" presId="urn:microsoft.com/office/officeart/2005/8/layout/default"/>
    <dgm:cxn modelId="{29E6461F-140A-4572-84BE-65856C25DECA}" srcId="{AED809FC-A8F5-4F6A-836C-CE33C0A9D27A}" destId="{92CB926F-229F-4FAF-AFA8-5D5793681530}" srcOrd="6" destOrd="0" parTransId="{CB2D517F-7E9B-441C-BE8D-17885E180857}" sibTransId="{C3C83CED-D367-4EAF-98BD-8B1D9A6E4022}"/>
    <dgm:cxn modelId="{945C0432-3B35-4C31-A152-4D6CF3C221EC}" type="presOf" srcId="{8732C0A4-DCB5-4209-9310-914F192A7323}" destId="{0AA9344D-CA4F-4BAC-8250-CDE96120A10C}" srcOrd="0" destOrd="0" presId="urn:microsoft.com/office/officeart/2005/8/layout/default"/>
    <dgm:cxn modelId="{4B29FB69-67D8-4C45-9107-0EDFA54E59A1}" srcId="{AED809FC-A8F5-4F6A-836C-CE33C0A9D27A}" destId="{1BEA8E7F-32FB-48E4-AB68-3E2C0B2A90D3}" srcOrd="4" destOrd="0" parTransId="{2D5EFD3A-A827-4114-A3B3-1283EACB4717}" sibTransId="{72A54942-0E2B-4B7B-9A2B-D90F3A4EE467}"/>
    <dgm:cxn modelId="{4DDD0C4A-E8F5-4751-A10C-390B6CAC7D6E}" type="presOf" srcId="{721A5C26-D924-404A-BAFC-F1206678F0D1}" destId="{8AC92718-9791-4B88-AC55-41C7DDCE4FA0}" srcOrd="0" destOrd="0" presId="urn:microsoft.com/office/officeart/2005/8/layout/default"/>
    <dgm:cxn modelId="{3291F46F-66D5-4A7A-88D4-0FCFD7D23414}" type="presOf" srcId="{92CB926F-229F-4FAF-AFA8-5D5793681530}" destId="{163DB012-3FE9-4A9C-9C6C-EFDCDC3DD3B3}" srcOrd="0" destOrd="0" presId="urn:microsoft.com/office/officeart/2005/8/layout/default"/>
    <dgm:cxn modelId="{85FBBA70-8BF2-4D59-953F-0FB46365720A}" type="presOf" srcId="{AED809FC-A8F5-4F6A-836C-CE33C0A9D27A}" destId="{0FA21CF6-54D4-49A0-AD5E-BE84FC906FB5}" srcOrd="0" destOrd="0" presId="urn:microsoft.com/office/officeart/2005/8/layout/default"/>
    <dgm:cxn modelId="{2F30C076-3D90-4FEE-9A71-2870EA68E804}" srcId="{AED809FC-A8F5-4F6A-836C-CE33C0A9D27A}" destId="{721A5C26-D924-404A-BAFC-F1206678F0D1}" srcOrd="2" destOrd="0" parTransId="{E67E6418-9FA0-4916-AD7F-1D26D5E45B32}" sibTransId="{F4A27AA4-3081-4D4E-8ED0-D9FEF2017918}"/>
    <dgm:cxn modelId="{36FFB07F-BD3A-4551-8369-27DC458072DD}" type="presOf" srcId="{1BEA8E7F-32FB-48E4-AB68-3E2C0B2A90D3}" destId="{A33A405D-8680-408E-9BAA-9277109DA5E5}" srcOrd="0" destOrd="0" presId="urn:microsoft.com/office/officeart/2005/8/layout/default"/>
    <dgm:cxn modelId="{11BF2799-52A8-4425-A51C-6DF372F83CD0}" srcId="{AED809FC-A8F5-4F6A-836C-CE33C0A9D27A}" destId="{B4597DB4-4DC2-409D-A935-FB2628D593F5}" srcOrd="3" destOrd="0" parTransId="{B23E3FE7-8AF8-4A97-9262-EA2ACB07D975}" sibTransId="{AF310F50-88A1-4520-8FA6-0D72AAA6CFA0}"/>
    <dgm:cxn modelId="{86E6809E-41F5-41F1-903D-7150EB0D4A19}" type="presOf" srcId="{B4597DB4-4DC2-409D-A935-FB2628D593F5}" destId="{544327C6-E638-4ED0-9854-D1DA7DC8EF88}" srcOrd="0" destOrd="0" presId="urn:microsoft.com/office/officeart/2005/8/layout/default"/>
    <dgm:cxn modelId="{8CCC80A0-F728-4806-8EB8-200E13323A7C}" type="presOf" srcId="{C4AECB52-6017-41BE-BD5B-527C610B23A4}" destId="{EA8704F0-C63B-4F89-91C6-1517267AA58B}" srcOrd="0" destOrd="0" presId="urn:microsoft.com/office/officeart/2005/8/layout/default"/>
    <dgm:cxn modelId="{68DF87AB-D7E1-43D5-B595-F9A18F88EF48}" srcId="{AED809FC-A8F5-4F6A-836C-CE33C0A9D27A}" destId="{C4AECB52-6017-41BE-BD5B-527C610B23A4}" srcOrd="1" destOrd="0" parTransId="{E3399142-7C2D-495C-96CB-2D61D4C6595E}" sibTransId="{797B1D65-7A3F-459A-B138-7B04C0AD150C}"/>
    <dgm:cxn modelId="{0A3971CE-4FFB-4441-A0B3-018447FD786F}" srcId="{AED809FC-A8F5-4F6A-836C-CE33C0A9D27A}" destId="{15C43791-E938-48B9-A82A-026E1BD7189A}" srcOrd="0" destOrd="0" parTransId="{0AEC8F04-D3BA-4309-AD63-0F83CB9BDC4A}" sibTransId="{0C92A387-BAC1-4A5A-978B-6C56DFBDB9F5}"/>
    <dgm:cxn modelId="{2A6F84F3-9661-4D1E-86EB-4BA0F098D658}" type="presOf" srcId="{15C43791-E938-48B9-A82A-026E1BD7189A}" destId="{B5C671B0-A515-4B78-9029-BB367692529B}" srcOrd="0" destOrd="0" presId="urn:microsoft.com/office/officeart/2005/8/layout/default"/>
    <dgm:cxn modelId="{961EE890-10A1-4780-80E4-38E3D53B1A81}" type="presParOf" srcId="{0FA21CF6-54D4-49A0-AD5E-BE84FC906FB5}" destId="{B5C671B0-A515-4B78-9029-BB367692529B}" srcOrd="0" destOrd="0" presId="urn:microsoft.com/office/officeart/2005/8/layout/default"/>
    <dgm:cxn modelId="{5B93C4A7-1152-4EEB-9C0F-2D5FFECD8345}" type="presParOf" srcId="{0FA21CF6-54D4-49A0-AD5E-BE84FC906FB5}" destId="{140431AA-E307-4C8F-ADD9-D3DAEA28EB8D}" srcOrd="1" destOrd="0" presId="urn:microsoft.com/office/officeart/2005/8/layout/default"/>
    <dgm:cxn modelId="{CF552402-C9B1-4BCC-8FCC-399185B076EB}" type="presParOf" srcId="{0FA21CF6-54D4-49A0-AD5E-BE84FC906FB5}" destId="{EA8704F0-C63B-4F89-91C6-1517267AA58B}" srcOrd="2" destOrd="0" presId="urn:microsoft.com/office/officeart/2005/8/layout/default"/>
    <dgm:cxn modelId="{27A7D0CB-817C-47B1-A6A4-EEFDF2184E0F}" type="presParOf" srcId="{0FA21CF6-54D4-49A0-AD5E-BE84FC906FB5}" destId="{E3FCB041-884F-484A-9786-04CAE35F1799}" srcOrd="3" destOrd="0" presId="urn:microsoft.com/office/officeart/2005/8/layout/default"/>
    <dgm:cxn modelId="{2C98FE1F-6013-491E-A2FF-5447EA7193D4}" type="presParOf" srcId="{0FA21CF6-54D4-49A0-AD5E-BE84FC906FB5}" destId="{8AC92718-9791-4B88-AC55-41C7DDCE4FA0}" srcOrd="4" destOrd="0" presId="urn:microsoft.com/office/officeart/2005/8/layout/default"/>
    <dgm:cxn modelId="{43F299AA-4741-4251-9979-91543B92B568}" type="presParOf" srcId="{0FA21CF6-54D4-49A0-AD5E-BE84FC906FB5}" destId="{283B3AE8-1EC7-483E-8F05-28619CD84E74}" srcOrd="5" destOrd="0" presId="urn:microsoft.com/office/officeart/2005/8/layout/default"/>
    <dgm:cxn modelId="{797829C0-27DD-46B0-87E7-090CE3C351B9}" type="presParOf" srcId="{0FA21CF6-54D4-49A0-AD5E-BE84FC906FB5}" destId="{544327C6-E638-4ED0-9854-D1DA7DC8EF88}" srcOrd="6" destOrd="0" presId="urn:microsoft.com/office/officeart/2005/8/layout/default"/>
    <dgm:cxn modelId="{10EC98E7-91E1-4B47-BE64-20881287A83E}" type="presParOf" srcId="{0FA21CF6-54D4-49A0-AD5E-BE84FC906FB5}" destId="{3362EB70-BB40-4F16-85E1-E92272D84FBB}" srcOrd="7" destOrd="0" presId="urn:microsoft.com/office/officeart/2005/8/layout/default"/>
    <dgm:cxn modelId="{1C10F2DD-9EFB-4024-8F30-9A739D538C15}" type="presParOf" srcId="{0FA21CF6-54D4-49A0-AD5E-BE84FC906FB5}" destId="{A33A405D-8680-408E-9BAA-9277109DA5E5}" srcOrd="8" destOrd="0" presId="urn:microsoft.com/office/officeart/2005/8/layout/default"/>
    <dgm:cxn modelId="{1D3C70C9-8DB3-40C7-AB6E-E0C0AD88D8A5}" type="presParOf" srcId="{0FA21CF6-54D4-49A0-AD5E-BE84FC906FB5}" destId="{99D8ACF6-49FA-425E-A9B3-AB35EC694F25}" srcOrd="9" destOrd="0" presId="urn:microsoft.com/office/officeart/2005/8/layout/default"/>
    <dgm:cxn modelId="{AECB0C57-EA7F-4D60-9919-85B6384A8940}" type="presParOf" srcId="{0FA21CF6-54D4-49A0-AD5E-BE84FC906FB5}" destId="{450F1457-2AA0-4AC4-B055-07260CB7EED5}" srcOrd="10" destOrd="0" presId="urn:microsoft.com/office/officeart/2005/8/layout/default"/>
    <dgm:cxn modelId="{4B6138C1-B2A1-4803-9B95-A84437EC136A}" type="presParOf" srcId="{0FA21CF6-54D4-49A0-AD5E-BE84FC906FB5}" destId="{4212872D-1C15-4C55-8E41-58F260BE27E2}" srcOrd="11" destOrd="0" presId="urn:microsoft.com/office/officeart/2005/8/layout/default"/>
    <dgm:cxn modelId="{F8631DCC-374C-4A43-8B34-ACAACAA8ED24}" type="presParOf" srcId="{0FA21CF6-54D4-49A0-AD5E-BE84FC906FB5}" destId="{163DB012-3FE9-4A9C-9C6C-EFDCDC3DD3B3}" srcOrd="12" destOrd="0" presId="urn:microsoft.com/office/officeart/2005/8/layout/default"/>
    <dgm:cxn modelId="{70C5F8DE-DB1E-4E28-A5B7-F2A0E8B43219}" type="presParOf" srcId="{0FA21CF6-54D4-49A0-AD5E-BE84FC906FB5}" destId="{9B0D9545-26EA-42ED-BFCA-AAA908E0BA22}" srcOrd="13" destOrd="0" presId="urn:microsoft.com/office/officeart/2005/8/layout/default"/>
    <dgm:cxn modelId="{96BA8C0A-E74F-46F5-89BD-AA79201B544E}" type="presParOf" srcId="{0FA21CF6-54D4-49A0-AD5E-BE84FC906FB5}" destId="{0AA9344D-CA4F-4BAC-8250-CDE96120A10C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D23D075-99F4-4EEC-98A0-ADEC6D615948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F94C6A-BBD9-4622-9CA4-820DD400690E}">
      <dgm:prSet/>
      <dgm:spPr/>
      <dgm:t>
        <a:bodyPr/>
        <a:lstStyle/>
        <a:p>
          <a:r>
            <a:rPr lang="en-US" b="0"/>
            <a:t>• Most hospitals fall under average or mid level performance categories</a:t>
          </a:r>
          <a:endParaRPr lang="en-US"/>
        </a:p>
      </dgm:t>
    </dgm:pt>
    <dgm:pt modelId="{F8317D9B-C16A-4695-AEB6-FCD0CCFBEEF6}" type="parTrans" cxnId="{D093CFAE-6A17-44D2-8B34-038EC4B3A93A}">
      <dgm:prSet/>
      <dgm:spPr/>
      <dgm:t>
        <a:bodyPr/>
        <a:lstStyle/>
        <a:p>
          <a:endParaRPr lang="en-US"/>
        </a:p>
      </dgm:t>
    </dgm:pt>
    <dgm:pt modelId="{C7395809-6275-4A4F-B754-A47C4699D9F9}" type="sibTrans" cxnId="{D093CFAE-6A17-44D2-8B34-038EC4B3A93A}">
      <dgm:prSet/>
      <dgm:spPr/>
      <dgm:t>
        <a:bodyPr/>
        <a:lstStyle/>
        <a:p>
          <a:endParaRPr lang="en-US"/>
        </a:p>
      </dgm:t>
    </dgm:pt>
    <dgm:pt modelId="{67F54D88-C3A0-40D3-8B23-99CA0F6D2DDE}">
      <dgm:prSet/>
      <dgm:spPr/>
      <dgm:t>
        <a:bodyPr/>
        <a:lstStyle/>
        <a:p>
          <a:r>
            <a:rPr lang="en-US" b="0"/>
            <a:t>• Very few hospitals have excellent ratings</a:t>
          </a:r>
          <a:endParaRPr lang="en-US"/>
        </a:p>
      </dgm:t>
    </dgm:pt>
    <dgm:pt modelId="{7C49E858-D605-4CCE-9F95-D58F6F6F9366}" type="parTrans" cxnId="{781D410B-3239-40F8-A0C8-D55D3CC93DA8}">
      <dgm:prSet/>
      <dgm:spPr/>
      <dgm:t>
        <a:bodyPr/>
        <a:lstStyle/>
        <a:p>
          <a:endParaRPr lang="en-US"/>
        </a:p>
      </dgm:t>
    </dgm:pt>
    <dgm:pt modelId="{49D14619-C067-4BE6-8C23-CC0E3EDCDC68}" type="sibTrans" cxnId="{781D410B-3239-40F8-A0C8-D55D3CC93DA8}">
      <dgm:prSet/>
      <dgm:spPr/>
      <dgm:t>
        <a:bodyPr/>
        <a:lstStyle/>
        <a:p>
          <a:endParaRPr lang="en-US"/>
        </a:p>
      </dgm:t>
    </dgm:pt>
    <dgm:pt modelId="{D3172E85-DA14-4087-8028-5AC84DEA4910}">
      <dgm:prSet/>
      <dgm:spPr/>
      <dgm:t>
        <a:bodyPr/>
        <a:lstStyle/>
        <a:p>
          <a:r>
            <a:rPr lang="en-US" b="0"/>
            <a:t>• Some hospitals have poor ratings and need improvement</a:t>
          </a:r>
          <a:endParaRPr lang="en-US"/>
        </a:p>
      </dgm:t>
    </dgm:pt>
    <dgm:pt modelId="{532B9F16-719C-4893-8F8A-D51452934DC4}" type="parTrans" cxnId="{97EDF3A4-88A4-4BAA-BBE0-794821453840}">
      <dgm:prSet/>
      <dgm:spPr/>
      <dgm:t>
        <a:bodyPr/>
        <a:lstStyle/>
        <a:p>
          <a:endParaRPr lang="en-US"/>
        </a:p>
      </dgm:t>
    </dgm:pt>
    <dgm:pt modelId="{40F13312-5D7C-4A61-85E4-4D134F29BC41}" type="sibTrans" cxnId="{97EDF3A4-88A4-4BAA-BBE0-794821453840}">
      <dgm:prSet/>
      <dgm:spPr/>
      <dgm:t>
        <a:bodyPr/>
        <a:lstStyle/>
        <a:p>
          <a:endParaRPr lang="en-US"/>
        </a:p>
      </dgm:t>
    </dgm:pt>
    <dgm:pt modelId="{A722DF1C-9A97-4082-B27D-C5C0141373A1}" type="pres">
      <dgm:prSet presAssocID="{ED23D075-99F4-4EEC-98A0-ADEC6D6159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28A599-836A-456F-8305-B7D955DD40CF}" type="pres">
      <dgm:prSet presAssocID="{16F94C6A-BBD9-4622-9CA4-820DD400690E}" presName="hierRoot1" presStyleCnt="0"/>
      <dgm:spPr/>
    </dgm:pt>
    <dgm:pt modelId="{F9F5A36B-A8E3-410A-8A54-0B0F62CC2AEF}" type="pres">
      <dgm:prSet presAssocID="{16F94C6A-BBD9-4622-9CA4-820DD400690E}" presName="composite" presStyleCnt="0"/>
      <dgm:spPr/>
    </dgm:pt>
    <dgm:pt modelId="{EA1365F4-CDB5-4512-A7A0-5C083576DE97}" type="pres">
      <dgm:prSet presAssocID="{16F94C6A-BBD9-4622-9CA4-820DD400690E}" presName="background" presStyleLbl="node0" presStyleIdx="0" presStyleCnt="3"/>
      <dgm:spPr/>
    </dgm:pt>
    <dgm:pt modelId="{2E2A1CB3-5F28-4EBA-8F96-0BE77DEE6873}" type="pres">
      <dgm:prSet presAssocID="{16F94C6A-BBD9-4622-9CA4-820DD400690E}" presName="text" presStyleLbl="fgAcc0" presStyleIdx="0" presStyleCnt="3">
        <dgm:presLayoutVars>
          <dgm:chPref val="3"/>
        </dgm:presLayoutVars>
      </dgm:prSet>
      <dgm:spPr/>
    </dgm:pt>
    <dgm:pt modelId="{084AEF72-0D2F-4144-BE43-9000A92ED0AF}" type="pres">
      <dgm:prSet presAssocID="{16F94C6A-BBD9-4622-9CA4-820DD400690E}" presName="hierChild2" presStyleCnt="0"/>
      <dgm:spPr/>
    </dgm:pt>
    <dgm:pt modelId="{5487AE1B-F1EC-4691-99B3-A05A77233935}" type="pres">
      <dgm:prSet presAssocID="{67F54D88-C3A0-40D3-8B23-99CA0F6D2DDE}" presName="hierRoot1" presStyleCnt="0"/>
      <dgm:spPr/>
    </dgm:pt>
    <dgm:pt modelId="{265CB7F4-40C4-4F4E-B8FD-BCE8D77AD72C}" type="pres">
      <dgm:prSet presAssocID="{67F54D88-C3A0-40D3-8B23-99CA0F6D2DDE}" presName="composite" presStyleCnt="0"/>
      <dgm:spPr/>
    </dgm:pt>
    <dgm:pt modelId="{2E4F7532-A851-42E4-A9CE-0563C314858F}" type="pres">
      <dgm:prSet presAssocID="{67F54D88-C3A0-40D3-8B23-99CA0F6D2DDE}" presName="background" presStyleLbl="node0" presStyleIdx="1" presStyleCnt="3"/>
      <dgm:spPr/>
    </dgm:pt>
    <dgm:pt modelId="{F35737E8-8122-4A4C-8735-51836AE398E9}" type="pres">
      <dgm:prSet presAssocID="{67F54D88-C3A0-40D3-8B23-99CA0F6D2DDE}" presName="text" presStyleLbl="fgAcc0" presStyleIdx="1" presStyleCnt="3">
        <dgm:presLayoutVars>
          <dgm:chPref val="3"/>
        </dgm:presLayoutVars>
      </dgm:prSet>
      <dgm:spPr/>
    </dgm:pt>
    <dgm:pt modelId="{BDBEAF95-C164-4A40-8ABB-714963067E41}" type="pres">
      <dgm:prSet presAssocID="{67F54D88-C3A0-40D3-8B23-99CA0F6D2DDE}" presName="hierChild2" presStyleCnt="0"/>
      <dgm:spPr/>
    </dgm:pt>
    <dgm:pt modelId="{4531390F-DACE-4EB0-8326-69B68F613482}" type="pres">
      <dgm:prSet presAssocID="{D3172E85-DA14-4087-8028-5AC84DEA4910}" presName="hierRoot1" presStyleCnt="0"/>
      <dgm:spPr/>
    </dgm:pt>
    <dgm:pt modelId="{02F81591-1189-4EE8-AA4F-65773409B07C}" type="pres">
      <dgm:prSet presAssocID="{D3172E85-DA14-4087-8028-5AC84DEA4910}" presName="composite" presStyleCnt="0"/>
      <dgm:spPr/>
    </dgm:pt>
    <dgm:pt modelId="{89D12B65-8265-4BC4-B1D3-43C122739B95}" type="pres">
      <dgm:prSet presAssocID="{D3172E85-DA14-4087-8028-5AC84DEA4910}" presName="background" presStyleLbl="node0" presStyleIdx="2" presStyleCnt="3"/>
      <dgm:spPr/>
    </dgm:pt>
    <dgm:pt modelId="{12CD73D4-A911-43A8-B5F6-B23305347B3F}" type="pres">
      <dgm:prSet presAssocID="{D3172E85-DA14-4087-8028-5AC84DEA4910}" presName="text" presStyleLbl="fgAcc0" presStyleIdx="2" presStyleCnt="3">
        <dgm:presLayoutVars>
          <dgm:chPref val="3"/>
        </dgm:presLayoutVars>
      </dgm:prSet>
      <dgm:spPr/>
    </dgm:pt>
    <dgm:pt modelId="{4F78FE30-2A28-45D9-931D-C1FD97A544A0}" type="pres">
      <dgm:prSet presAssocID="{D3172E85-DA14-4087-8028-5AC84DEA4910}" presName="hierChild2" presStyleCnt="0"/>
      <dgm:spPr/>
    </dgm:pt>
  </dgm:ptLst>
  <dgm:cxnLst>
    <dgm:cxn modelId="{781D410B-3239-40F8-A0C8-D55D3CC93DA8}" srcId="{ED23D075-99F4-4EEC-98A0-ADEC6D615948}" destId="{67F54D88-C3A0-40D3-8B23-99CA0F6D2DDE}" srcOrd="1" destOrd="0" parTransId="{7C49E858-D605-4CCE-9F95-D58F6F6F9366}" sibTransId="{49D14619-C067-4BE6-8C23-CC0E3EDCDC68}"/>
    <dgm:cxn modelId="{290B1614-7BB2-4843-9099-382C1E95B783}" type="presOf" srcId="{ED23D075-99F4-4EEC-98A0-ADEC6D615948}" destId="{A722DF1C-9A97-4082-B27D-C5C0141373A1}" srcOrd="0" destOrd="0" presId="urn:microsoft.com/office/officeart/2005/8/layout/hierarchy1"/>
    <dgm:cxn modelId="{7FFABF62-DE91-4B73-990D-EDDE85CF943E}" type="presOf" srcId="{67F54D88-C3A0-40D3-8B23-99CA0F6D2DDE}" destId="{F35737E8-8122-4A4C-8735-51836AE398E9}" srcOrd="0" destOrd="0" presId="urn:microsoft.com/office/officeart/2005/8/layout/hierarchy1"/>
    <dgm:cxn modelId="{AF9FF64B-F227-4E5C-9AF1-EEE9CDAA812C}" type="presOf" srcId="{16F94C6A-BBD9-4622-9CA4-820DD400690E}" destId="{2E2A1CB3-5F28-4EBA-8F96-0BE77DEE6873}" srcOrd="0" destOrd="0" presId="urn:microsoft.com/office/officeart/2005/8/layout/hierarchy1"/>
    <dgm:cxn modelId="{B7FB829F-294D-496C-9601-84707978C995}" type="presOf" srcId="{D3172E85-DA14-4087-8028-5AC84DEA4910}" destId="{12CD73D4-A911-43A8-B5F6-B23305347B3F}" srcOrd="0" destOrd="0" presId="urn:microsoft.com/office/officeart/2005/8/layout/hierarchy1"/>
    <dgm:cxn modelId="{97EDF3A4-88A4-4BAA-BBE0-794821453840}" srcId="{ED23D075-99F4-4EEC-98A0-ADEC6D615948}" destId="{D3172E85-DA14-4087-8028-5AC84DEA4910}" srcOrd="2" destOrd="0" parTransId="{532B9F16-719C-4893-8F8A-D51452934DC4}" sibTransId="{40F13312-5D7C-4A61-85E4-4D134F29BC41}"/>
    <dgm:cxn modelId="{D093CFAE-6A17-44D2-8B34-038EC4B3A93A}" srcId="{ED23D075-99F4-4EEC-98A0-ADEC6D615948}" destId="{16F94C6A-BBD9-4622-9CA4-820DD400690E}" srcOrd="0" destOrd="0" parTransId="{F8317D9B-C16A-4695-AEB6-FCD0CCFBEEF6}" sibTransId="{C7395809-6275-4A4F-B754-A47C4699D9F9}"/>
    <dgm:cxn modelId="{196F6760-B61C-42FA-800F-0C3C6075314B}" type="presParOf" srcId="{A722DF1C-9A97-4082-B27D-C5C0141373A1}" destId="{9028A599-836A-456F-8305-B7D955DD40CF}" srcOrd="0" destOrd="0" presId="urn:microsoft.com/office/officeart/2005/8/layout/hierarchy1"/>
    <dgm:cxn modelId="{9D074CD7-976C-4187-A4D3-F279A998D5A4}" type="presParOf" srcId="{9028A599-836A-456F-8305-B7D955DD40CF}" destId="{F9F5A36B-A8E3-410A-8A54-0B0F62CC2AEF}" srcOrd="0" destOrd="0" presId="urn:microsoft.com/office/officeart/2005/8/layout/hierarchy1"/>
    <dgm:cxn modelId="{CC924BF1-18A0-46E3-8877-7F3140FECDE5}" type="presParOf" srcId="{F9F5A36B-A8E3-410A-8A54-0B0F62CC2AEF}" destId="{EA1365F4-CDB5-4512-A7A0-5C083576DE97}" srcOrd="0" destOrd="0" presId="urn:microsoft.com/office/officeart/2005/8/layout/hierarchy1"/>
    <dgm:cxn modelId="{329986BD-7705-4D3A-A10C-271A4915E7C9}" type="presParOf" srcId="{F9F5A36B-A8E3-410A-8A54-0B0F62CC2AEF}" destId="{2E2A1CB3-5F28-4EBA-8F96-0BE77DEE6873}" srcOrd="1" destOrd="0" presId="urn:microsoft.com/office/officeart/2005/8/layout/hierarchy1"/>
    <dgm:cxn modelId="{57EB8AD5-7522-4706-AEAE-2A2A0DE76FB6}" type="presParOf" srcId="{9028A599-836A-456F-8305-B7D955DD40CF}" destId="{084AEF72-0D2F-4144-BE43-9000A92ED0AF}" srcOrd="1" destOrd="0" presId="urn:microsoft.com/office/officeart/2005/8/layout/hierarchy1"/>
    <dgm:cxn modelId="{A03539A4-D377-4183-989F-426F41D57E92}" type="presParOf" srcId="{A722DF1C-9A97-4082-B27D-C5C0141373A1}" destId="{5487AE1B-F1EC-4691-99B3-A05A77233935}" srcOrd="1" destOrd="0" presId="urn:microsoft.com/office/officeart/2005/8/layout/hierarchy1"/>
    <dgm:cxn modelId="{A2BC4E16-D219-4676-AA32-C46D1595B130}" type="presParOf" srcId="{5487AE1B-F1EC-4691-99B3-A05A77233935}" destId="{265CB7F4-40C4-4F4E-B8FD-BCE8D77AD72C}" srcOrd="0" destOrd="0" presId="urn:microsoft.com/office/officeart/2005/8/layout/hierarchy1"/>
    <dgm:cxn modelId="{4B89EEEA-1F02-4509-9A29-C3D1640E6EA6}" type="presParOf" srcId="{265CB7F4-40C4-4F4E-B8FD-BCE8D77AD72C}" destId="{2E4F7532-A851-42E4-A9CE-0563C314858F}" srcOrd="0" destOrd="0" presId="urn:microsoft.com/office/officeart/2005/8/layout/hierarchy1"/>
    <dgm:cxn modelId="{F1E7BD1A-7BE2-4AEF-A9FA-A907EDD781D7}" type="presParOf" srcId="{265CB7F4-40C4-4F4E-B8FD-BCE8D77AD72C}" destId="{F35737E8-8122-4A4C-8735-51836AE398E9}" srcOrd="1" destOrd="0" presId="urn:microsoft.com/office/officeart/2005/8/layout/hierarchy1"/>
    <dgm:cxn modelId="{A1B79C01-1FB8-4FD5-A0FC-4CE629E7EF97}" type="presParOf" srcId="{5487AE1B-F1EC-4691-99B3-A05A77233935}" destId="{BDBEAF95-C164-4A40-8ABB-714963067E41}" srcOrd="1" destOrd="0" presId="urn:microsoft.com/office/officeart/2005/8/layout/hierarchy1"/>
    <dgm:cxn modelId="{D4F90520-4BB6-4CBF-954A-274DAA29D234}" type="presParOf" srcId="{A722DF1C-9A97-4082-B27D-C5C0141373A1}" destId="{4531390F-DACE-4EB0-8326-69B68F613482}" srcOrd="2" destOrd="0" presId="urn:microsoft.com/office/officeart/2005/8/layout/hierarchy1"/>
    <dgm:cxn modelId="{37773392-1E8D-4D0E-AE8A-331801AFB344}" type="presParOf" srcId="{4531390F-DACE-4EB0-8326-69B68F613482}" destId="{02F81591-1189-4EE8-AA4F-65773409B07C}" srcOrd="0" destOrd="0" presId="urn:microsoft.com/office/officeart/2005/8/layout/hierarchy1"/>
    <dgm:cxn modelId="{901FCF58-20AF-42A4-88C0-118DDBC12F46}" type="presParOf" srcId="{02F81591-1189-4EE8-AA4F-65773409B07C}" destId="{89D12B65-8265-4BC4-B1D3-43C122739B95}" srcOrd="0" destOrd="0" presId="urn:microsoft.com/office/officeart/2005/8/layout/hierarchy1"/>
    <dgm:cxn modelId="{D3149B82-F770-45A8-978B-3074AC69A54E}" type="presParOf" srcId="{02F81591-1189-4EE8-AA4F-65773409B07C}" destId="{12CD73D4-A911-43A8-B5F6-B23305347B3F}" srcOrd="1" destOrd="0" presId="urn:microsoft.com/office/officeart/2005/8/layout/hierarchy1"/>
    <dgm:cxn modelId="{24C86C3A-901E-4A56-BAE3-B4E904642662}" type="presParOf" srcId="{4531390F-DACE-4EB0-8326-69B68F613482}" destId="{4F78FE30-2A28-45D9-931D-C1FD97A544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238E9F-27EA-4D7B-988C-6E2D23053BB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1597CA9-E6D5-4210-B32E-2DE3BFF4ADA5}">
      <dgm:prSet/>
      <dgm:spPr/>
      <dgm:t>
        <a:bodyPr/>
        <a:lstStyle/>
        <a:p>
          <a:r>
            <a:rPr lang="en-US" b="0"/>
            <a:t>• Some states have more better performing hospitals</a:t>
          </a:r>
          <a:endParaRPr lang="en-US"/>
        </a:p>
      </dgm:t>
    </dgm:pt>
    <dgm:pt modelId="{17D76D16-5837-48AE-939B-5E03D88979A3}" type="parTrans" cxnId="{85DCCAC8-B774-4A48-AC3B-D70836D7F6FF}">
      <dgm:prSet/>
      <dgm:spPr/>
      <dgm:t>
        <a:bodyPr/>
        <a:lstStyle/>
        <a:p>
          <a:endParaRPr lang="en-US"/>
        </a:p>
      </dgm:t>
    </dgm:pt>
    <dgm:pt modelId="{B88E7F6D-1C16-4F45-AD7B-18A3FDE595C7}" type="sibTrans" cxnId="{85DCCAC8-B774-4A48-AC3B-D70836D7F6FF}">
      <dgm:prSet/>
      <dgm:spPr/>
      <dgm:t>
        <a:bodyPr/>
        <a:lstStyle/>
        <a:p>
          <a:endParaRPr lang="en-US"/>
        </a:p>
      </dgm:t>
    </dgm:pt>
    <dgm:pt modelId="{F57389F7-A4B0-44B8-8525-1FB17F9B43D6}">
      <dgm:prSet/>
      <dgm:spPr/>
      <dgm:t>
        <a:bodyPr/>
        <a:lstStyle/>
        <a:p>
          <a:r>
            <a:rPr lang="en-US" b="0"/>
            <a:t>• Other states have more poor performing hospitals</a:t>
          </a:r>
          <a:endParaRPr lang="en-US"/>
        </a:p>
      </dgm:t>
    </dgm:pt>
    <dgm:pt modelId="{255BE8C9-CBBD-42E3-A956-9A5154BCA216}" type="parTrans" cxnId="{36FE4034-FEA0-4B26-B420-900303C34401}">
      <dgm:prSet/>
      <dgm:spPr/>
      <dgm:t>
        <a:bodyPr/>
        <a:lstStyle/>
        <a:p>
          <a:endParaRPr lang="en-US"/>
        </a:p>
      </dgm:t>
    </dgm:pt>
    <dgm:pt modelId="{A15B3AFE-4604-4711-8424-4D0840426F14}" type="sibTrans" cxnId="{36FE4034-FEA0-4B26-B420-900303C34401}">
      <dgm:prSet/>
      <dgm:spPr/>
      <dgm:t>
        <a:bodyPr/>
        <a:lstStyle/>
        <a:p>
          <a:endParaRPr lang="en-US"/>
        </a:p>
      </dgm:t>
    </dgm:pt>
    <dgm:pt modelId="{52B444DE-A16D-4AA0-813E-1DE7EB085FA6}">
      <dgm:prSet/>
      <dgm:spPr/>
      <dgm:t>
        <a:bodyPr/>
        <a:lstStyle/>
        <a:p>
          <a:r>
            <a:rPr lang="en-US" b="0"/>
            <a:t>• Regional differences show unequal healthcare quality</a:t>
          </a:r>
          <a:endParaRPr lang="en-US"/>
        </a:p>
      </dgm:t>
    </dgm:pt>
    <dgm:pt modelId="{FA05E8CE-B846-4F7D-8455-049294F27808}" type="parTrans" cxnId="{ADBEFE13-1BB3-4C3F-AA79-A71DBC80A82D}">
      <dgm:prSet/>
      <dgm:spPr/>
      <dgm:t>
        <a:bodyPr/>
        <a:lstStyle/>
        <a:p>
          <a:endParaRPr lang="en-US"/>
        </a:p>
      </dgm:t>
    </dgm:pt>
    <dgm:pt modelId="{C0E7312C-9537-45D9-AEFB-88013F095402}" type="sibTrans" cxnId="{ADBEFE13-1BB3-4C3F-AA79-A71DBC80A82D}">
      <dgm:prSet/>
      <dgm:spPr/>
      <dgm:t>
        <a:bodyPr/>
        <a:lstStyle/>
        <a:p>
          <a:endParaRPr lang="en-US"/>
        </a:p>
      </dgm:t>
    </dgm:pt>
    <dgm:pt modelId="{47E8C12C-3D95-4B31-BB97-68AB41714B70}" type="pres">
      <dgm:prSet presAssocID="{73238E9F-27EA-4D7B-988C-6E2D23053BBC}" presName="linear" presStyleCnt="0">
        <dgm:presLayoutVars>
          <dgm:animLvl val="lvl"/>
          <dgm:resizeHandles val="exact"/>
        </dgm:presLayoutVars>
      </dgm:prSet>
      <dgm:spPr/>
    </dgm:pt>
    <dgm:pt modelId="{C5CC4D91-92F7-4AF5-8EE5-234132B9F8DE}" type="pres">
      <dgm:prSet presAssocID="{D1597CA9-E6D5-4210-B32E-2DE3BFF4ADA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EB41071-8000-4133-A3D1-C12A93741E9A}" type="pres">
      <dgm:prSet presAssocID="{B88E7F6D-1C16-4F45-AD7B-18A3FDE595C7}" presName="spacer" presStyleCnt="0"/>
      <dgm:spPr/>
    </dgm:pt>
    <dgm:pt modelId="{452A889B-C71C-4541-8D67-76CFC46F80B4}" type="pres">
      <dgm:prSet presAssocID="{F57389F7-A4B0-44B8-8525-1FB17F9B43D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08DBE9C-6C4C-42C2-8CDA-1AC86364A6F2}" type="pres">
      <dgm:prSet presAssocID="{A15B3AFE-4604-4711-8424-4D0840426F14}" presName="spacer" presStyleCnt="0"/>
      <dgm:spPr/>
    </dgm:pt>
    <dgm:pt modelId="{9DC67AE1-9127-4394-97DA-AEC091AD42EE}" type="pres">
      <dgm:prSet presAssocID="{52B444DE-A16D-4AA0-813E-1DE7EB085F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DBEFE13-1BB3-4C3F-AA79-A71DBC80A82D}" srcId="{73238E9F-27EA-4D7B-988C-6E2D23053BBC}" destId="{52B444DE-A16D-4AA0-813E-1DE7EB085FA6}" srcOrd="2" destOrd="0" parTransId="{FA05E8CE-B846-4F7D-8455-049294F27808}" sibTransId="{C0E7312C-9537-45D9-AEFB-88013F095402}"/>
    <dgm:cxn modelId="{36FE4034-FEA0-4B26-B420-900303C34401}" srcId="{73238E9F-27EA-4D7B-988C-6E2D23053BBC}" destId="{F57389F7-A4B0-44B8-8525-1FB17F9B43D6}" srcOrd="1" destOrd="0" parTransId="{255BE8C9-CBBD-42E3-A956-9A5154BCA216}" sibTransId="{A15B3AFE-4604-4711-8424-4D0840426F14}"/>
    <dgm:cxn modelId="{A9803B38-0182-47F6-A514-C377FDB235AC}" type="presOf" srcId="{D1597CA9-E6D5-4210-B32E-2DE3BFF4ADA5}" destId="{C5CC4D91-92F7-4AF5-8EE5-234132B9F8DE}" srcOrd="0" destOrd="0" presId="urn:microsoft.com/office/officeart/2005/8/layout/vList2"/>
    <dgm:cxn modelId="{ED1AE972-E3C4-44EE-A190-09AE0A956653}" type="presOf" srcId="{52B444DE-A16D-4AA0-813E-1DE7EB085FA6}" destId="{9DC67AE1-9127-4394-97DA-AEC091AD42EE}" srcOrd="0" destOrd="0" presId="urn:microsoft.com/office/officeart/2005/8/layout/vList2"/>
    <dgm:cxn modelId="{B77F9D96-8CCB-4FEA-A42F-03F565D6073E}" type="presOf" srcId="{F57389F7-A4B0-44B8-8525-1FB17F9B43D6}" destId="{452A889B-C71C-4541-8D67-76CFC46F80B4}" srcOrd="0" destOrd="0" presId="urn:microsoft.com/office/officeart/2005/8/layout/vList2"/>
    <dgm:cxn modelId="{85DCCAC8-B774-4A48-AC3B-D70836D7F6FF}" srcId="{73238E9F-27EA-4D7B-988C-6E2D23053BBC}" destId="{D1597CA9-E6D5-4210-B32E-2DE3BFF4ADA5}" srcOrd="0" destOrd="0" parTransId="{17D76D16-5837-48AE-939B-5E03D88979A3}" sibTransId="{B88E7F6D-1C16-4F45-AD7B-18A3FDE595C7}"/>
    <dgm:cxn modelId="{41719BE6-A1A8-4EAC-B323-A1F34046E8E7}" type="presOf" srcId="{73238E9F-27EA-4D7B-988C-6E2D23053BBC}" destId="{47E8C12C-3D95-4B31-BB97-68AB41714B70}" srcOrd="0" destOrd="0" presId="urn:microsoft.com/office/officeart/2005/8/layout/vList2"/>
    <dgm:cxn modelId="{70D60603-D70B-4383-98C0-50DB2E7DDEBA}" type="presParOf" srcId="{47E8C12C-3D95-4B31-BB97-68AB41714B70}" destId="{C5CC4D91-92F7-4AF5-8EE5-234132B9F8DE}" srcOrd="0" destOrd="0" presId="urn:microsoft.com/office/officeart/2005/8/layout/vList2"/>
    <dgm:cxn modelId="{4751EEAC-7443-4EB2-B0CB-876FAF6315D0}" type="presParOf" srcId="{47E8C12C-3D95-4B31-BB97-68AB41714B70}" destId="{BEB41071-8000-4133-A3D1-C12A93741E9A}" srcOrd="1" destOrd="0" presId="urn:microsoft.com/office/officeart/2005/8/layout/vList2"/>
    <dgm:cxn modelId="{E43E69D3-89BC-475B-AA12-E9898B41F0BC}" type="presParOf" srcId="{47E8C12C-3D95-4B31-BB97-68AB41714B70}" destId="{452A889B-C71C-4541-8D67-76CFC46F80B4}" srcOrd="2" destOrd="0" presId="urn:microsoft.com/office/officeart/2005/8/layout/vList2"/>
    <dgm:cxn modelId="{4A1B089D-A950-4B9C-8625-57BE95FD969B}" type="presParOf" srcId="{47E8C12C-3D95-4B31-BB97-68AB41714B70}" destId="{F08DBE9C-6C4C-42C2-8CDA-1AC86364A6F2}" srcOrd="3" destOrd="0" presId="urn:microsoft.com/office/officeart/2005/8/layout/vList2"/>
    <dgm:cxn modelId="{A61FCCB9-9CB5-490C-BB14-412C94F165CD}" type="presParOf" srcId="{47E8C12C-3D95-4B31-BB97-68AB41714B70}" destId="{9DC67AE1-9127-4394-97DA-AEC091AD42E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7B95A0-FADD-45DA-86FA-26930BE0D36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8EF3BB-B446-4C71-80F9-1A8C386589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Some hospitals perform well in mortality but poorly in safety</a:t>
          </a:r>
          <a:endParaRPr lang="en-US"/>
        </a:p>
      </dgm:t>
    </dgm:pt>
    <dgm:pt modelId="{A199A425-3DC8-4FE2-9B14-CB14AE73DEFA}" type="parTrans" cxnId="{4EC34AF8-979C-4AD6-8E07-A69EF100994A}">
      <dgm:prSet/>
      <dgm:spPr/>
      <dgm:t>
        <a:bodyPr/>
        <a:lstStyle/>
        <a:p>
          <a:endParaRPr lang="en-US"/>
        </a:p>
      </dgm:t>
    </dgm:pt>
    <dgm:pt modelId="{461AE9D8-44BC-4991-849D-347EE1E5A118}" type="sibTrans" cxnId="{4EC34AF8-979C-4AD6-8E07-A69EF100994A}">
      <dgm:prSet/>
      <dgm:spPr/>
      <dgm:t>
        <a:bodyPr/>
        <a:lstStyle/>
        <a:p>
          <a:endParaRPr lang="en-US"/>
        </a:p>
      </dgm:t>
    </dgm:pt>
    <dgm:pt modelId="{ED27618C-2A40-4860-B5AF-4D05CE7DF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Safety scores vary more than mortality scores</a:t>
          </a:r>
          <a:endParaRPr lang="en-US"/>
        </a:p>
      </dgm:t>
    </dgm:pt>
    <dgm:pt modelId="{29A1E308-B70E-46A8-9365-111E007BF022}" type="parTrans" cxnId="{548190F6-913E-49F5-B8D7-2F822BD92F11}">
      <dgm:prSet/>
      <dgm:spPr/>
      <dgm:t>
        <a:bodyPr/>
        <a:lstStyle/>
        <a:p>
          <a:endParaRPr lang="en-US"/>
        </a:p>
      </dgm:t>
    </dgm:pt>
    <dgm:pt modelId="{9C730BC6-C49B-4A4A-8CF0-FCB457139419}" type="sibTrans" cxnId="{548190F6-913E-49F5-B8D7-2F822BD92F11}">
      <dgm:prSet/>
      <dgm:spPr/>
      <dgm:t>
        <a:bodyPr/>
        <a:lstStyle/>
        <a:p>
          <a:endParaRPr lang="en-US"/>
        </a:p>
      </dgm:t>
    </dgm:pt>
    <dgm:pt modelId="{94AA3AB1-5690-4800-AD37-15D05A1E5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Only a few hospitals perform well in both domains</a:t>
          </a:r>
          <a:endParaRPr lang="en-US"/>
        </a:p>
      </dgm:t>
    </dgm:pt>
    <dgm:pt modelId="{FCC1EA86-C033-4E59-850B-BC72E2A24290}" type="parTrans" cxnId="{3353AB55-C48E-4001-A6C6-6D2D9DAE5A03}">
      <dgm:prSet/>
      <dgm:spPr/>
      <dgm:t>
        <a:bodyPr/>
        <a:lstStyle/>
        <a:p>
          <a:endParaRPr lang="en-US"/>
        </a:p>
      </dgm:t>
    </dgm:pt>
    <dgm:pt modelId="{82D59AFC-5EA0-439A-A6EA-7062F0826CEE}" type="sibTrans" cxnId="{3353AB55-C48E-4001-A6C6-6D2D9DAE5A03}">
      <dgm:prSet/>
      <dgm:spPr/>
      <dgm:t>
        <a:bodyPr/>
        <a:lstStyle/>
        <a:p>
          <a:endParaRPr lang="en-US"/>
        </a:p>
      </dgm:t>
    </dgm:pt>
    <dgm:pt modelId="{4E692F82-01CF-4893-BB48-EBAC3333C6B1}" type="pres">
      <dgm:prSet presAssocID="{4C7B95A0-FADD-45DA-86FA-26930BE0D36E}" presName="root" presStyleCnt="0">
        <dgm:presLayoutVars>
          <dgm:dir/>
          <dgm:resizeHandles val="exact"/>
        </dgm:presLayoutVars>
      </dgm:prSet>
      <dgm:spPr/>
    </dgm:pt>
    <dgm:pt modelId="{E0A9D308-7C4E-495F-B4DA-6877CA902F00}" type="pres">
      <dgm:prSet presAssocID="{398EF3BB-B446-4C71-80F9-1A8C386589E2}" presName="compNode" presStyleCnt="0"/>
      <dgm:spPr/>
    </dgm:pt>
    <dgm:pt modelId="{BC5A98F8-A224-4262-8E1A-44EB6447D3BA}" type="pres">
      <dgm:prSet presAssocID="{398EF3BB-B446-4C71-80F9-1A8C386589E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61DFF84-E82C-4AAE-B4DE-3DA867D37996}" type="pres">
      <dgm:prSet presAssocID="{398EF3BB-B446-4C71-80F9-1A8C386589E2}" presName="spaceRect" presStyleCnt="0"/>
      <dgm:spPr/>
    </dgm:pt>
    <dgm:pt modelId="{14B43491-E9A0-4D6F-B838-41383890F812}" type="pres">
      <dgm:prSet presAssocID="{398EF3BB-B446-4C71-80F9-1A8C386589E2}" presName="textRect" presStyleLbl="revTx" presStyleIdx="0" presStyleCnt="3">
        <dgm:presLayoutVars>
          <dgm:chMax val="1"/>
          <dgm:chPref val="1"/>
        </dgm:presLayoutVars>
      </dgm:prSet>
      <dgm:spPr/>
    </dgm:pt>
    <dgm:pt modelId="{525F8ED9-B46E-4C79-851F-B568EA13CA50}" type="pres">
      <dgm:prSet presAssocID="{461AE9D8-44BC-4991-849D-347EE1E5A118}" presName="sibTrans" presStyleCnt="0"/>
      <dgm:spPr/>
    </dgm:pt>
    <dgm:pt modelId="{513112DD-193B-41A9-89E6-7AC3AA9F11CE}" type="pres">
      <dgm:prSet presAssocID="{ED27618C-2A40-4860-B5AF-4D05CE7DF0F1}" presName="compNode" presStyleCnt="0"/>
      <dgm:spPr/>
    </dgm:pt>
    <dgm:pt modelId="{5C8F83FB-731B-4BB0-A22F-47F7CF0CA45C}" type="pres">
      <dgm:prSet presAssocID="{ED27618C-2A40-4860-B5AF-4D05CE7DF0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4033440-8F29-43E7-87D5-8015DAA750EC}" type="pres">
      <dgm:prSet presAssocID="{ED27618C-2A40-4860-B5AF-4D05CE7DF0F1}" presName="spaceRect" presStyleCnt="0"/>
      <dgm:spPr/>
    </dgm:pt>
    <dgm:pt modelId="{F764E056-244B-46CF-AF44-252BF998408D}" type="pres">
      <dgm:prSet presAssocID="{ED27618C-2A40-4860-B5AF-4D05CE7DF0F1}" presName="textRect" presStyleLbl="revTx" presStyleIdx="1" presStyleCnt="3">
        <dgm:presLayoutVars>
          <dgm:chMax val="1"/>
          <dgm:chPref val="1"/>
        </dgm:presLayoutVars>
      </dgm:prSet>
      <dgm:spPr/>
    </dgm:pt>
    <dgm:pt modelId="{B8D48338-48C8-4C04-8D84-54B616C7559F}" type="pres">
      <dgm:prSet presAssocID="{9C730BC6-C49B-4A4A-8CF0-FCB457139419}" presName="sibTrans" presStyleCnt="0"/>
      <dgm:spPr/>
    </dgm:pt>
    <dgm:pt modelId="{0F928AF0-9731-4BE5-9308-089FBAE674F2}" type="pres">
      <dgm:prSet presAssocID="{94AA3AB1-5690-4800-AD37-15D05A1E52A5}" presName="compNode" presStyleCnt="0"/>
      <dgm:spPr/>
    </dgm:pt>
    <dgm:pt modelId="{A184724E-7326-4328-8684-E6396221919A}" type="pres">
      <dgm:prSet presAssocID="{94AA3AB1-5690-4800-AD37-15D05A1E52A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5C8EDA9-3EBF-4837-8EC7-2A4844481830}" type="pres">
      <dgm:prSet presAssocID="{94AA3AB1-5690-4800-AD37-15D05A1E52A5}" presName="spaceRect" presStyleCnt="0"/>
      <dgm:spPr/>
    </dgm:pt>
    <dgm:pt modelId="{B666A7BC-94E6-450A-9B19-D034D226169C}" type="pres">
      <dgm:prSet presAssocID="{94AA3AB1-5690-4800-AD37-15D05A1E52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561810B-C06B-4AB6-9642-94EBB0B4D75C}" type="presOf" srcId="{398EF3BB-B446-4C71-80F9-1A8C386589E2}" destId="{14B43491-E9A0-4D6F-B838-41383890F812}" srcOrd="0" destOrd="0" presId="urn:microsoft.com/office/officeart/2018/2/layout/IconLabelList"/>
    <dgm:cxn modelId="{3353AB55-C48E-4001-A6C6-6D2D9DAE5A03}" srcId="{4C7B95A0-FADD-45DA-86FA-26930BE0D36E}" destId="{94AA3AB1-5690-4800-AD37-15D05A1E52A5}" srcOrd="2" destOrd="0" parTransId="{FCC1EA86-C033-4E59-850B-BC72E2A24290}" sibTransId="{82D59AFC-5EA0-439A-A6EA-7062F0826CEE}"/>
    <dgm:cxn modelId="{DB278A85-E5C1-4BB8-A943-2111EB3BD026}" type="presOf" srcId="{4C7B95A0-FADD-45DA-86FA-26930BE0D36E}" destId="{4E692F82-01CF-4893-BB48-EBAC3333C6B1}" srcOrd="0" destOrd="0" presId="urn:microsoft.com/office/officeart/2018/2/layout/IconLabelList"/>
    <dgm:cxn modelId="{A4A086A1-4BD7-4EEA-8A8A-3685486F848E}" type="presOf" srcId="{94AA3AB1-5690-4800-AD37-15D05A1E52A5}" destId="{B666A7BC-94E6-450A-9B19-D034D226169C}" srcOrd="0" destOrd="0" presId="urn:microsoft.com/office/officeart/2018/2/layout/IconLabelList"/>
    <dgm:cxn modelId="{548190F6-913E-49F5-B8D7-2F822BD92F11}" srcId="{4C7B95A0-FADD-45DA-86FA-26930BE0D36E}" destId="{ED27618C-2A40-4860-B5AF-4D05CE7DF0F1}" srcOrd="1" destOrd="0" parTransId="{29A1E308-B70E-46A8-9365-111E007BF022}" sibTransId="{9C730BC6-C49B-4A4A-8CF0-FCB457139419}"/>
    <dgm:cxn modelId="{4EC34AF8-979C-4AD6-8E07-A69EF100994A}" srcId="{4C7B95A0-FADD-45DA-86FA-26930BE0D36E}" destId="{398EF3BB-B446-4C71-80F9-1A8C386589E2}" srcOrd="0" destOrd="0" parTransId="{A199A425-3DC8-4FE2-9B14-CB14AE73DEFA}" sibTransId="{461AE9D8-44BC-4991-849D-347EE1E5A118}"/>
    <dgm:cxn modelId="{69884EFB-B03B-4E10-B912-9AE7617305C5}" type="presOf" srcId="{ED27618C-2A40-4860-B5AF-4D05CE7DF0F1}" destId="{F764E056-244B-46CF-AF44-252BF998408D}" srcOrd="0" destOrd="0" presId="urn:microsoft.com/office/officeart/2018/2/layout/IconLabelList"/>
    <dgm:cxn modelId="{60098E63-AF1D-42A9-B756-9504703A9693}" type="presParOf" srcId="{4E692F82-01CF-4893-BB48-EBAC3333C6B1}" destId="{E0A9D308-7C4E-495F-B4DA-6877CA902F00}" srcOrd="0" destOrd="0" presId="urn:microsoft.com/office/officeart/2018/2/layout/IconLabelList"/>
    <dgm:cxn modelId="{0ADC24B9-6ECF-46F0-9BF0-97AD51F6F66E}" type="presParOf" srcId="{E0A9D308-7C4E-495F-B4DA-6877CA902F00}" destId="{BC5A98F8-A224-4262-8E1A-44EB6447D3BA}" srcOrd="0" destOrd="0" presId="urn:microsoft.com/office/officeart/2018/2/layout/IconLabelList"/>
    <dgm:cxn modelId="{62223E09-B88B-4B92-9FBA-7957E812BE72}" type="presParOf" srcId="{E0A9D308-7C4E-495F-B4DA-6877CA902F00}" destId="{761DFF84-E82C-4AAE-B4DE-3DA867D37996}" srcOrd="1" destOrd="0" presId="urn:microsoft.com/office/officeart/2018/2/layout/IconLabelList"/>
    <dgm:cxn modelId="{284102A2-5326-4E97-B17F-949586B3B88B}" type="presParOf" srcId="{E0A9D308-7C4E-495F-B4DA-6877CA902F00}" destId="{14B43491-E9A0-4D6F-B838-41383890F812}" srcOrd="2" destOrd="0" presId="urn:microsoft.com/office/officeart/2018/2/layout/IconLabelList"/>
    <dgm:cxn modelId="{F7AABB00-FE27-4D41-976C-6C08B86056C9}" type="presParOf" srcId="{4E692F82-01CF-4893-BB48-EBAC3333C6B1}" destId="{525F8ED9-B46E-4C79-851F-B568EA13CA50}" srcOrd="1" destOrd="0" presId="urn:microsoft.com/office/officeart/2018/2/layout/IconLabelList"/>
    <dgm:cxn modelId="{A1D47FF2-1DBF-4019-AB29-FE2EC3893BBE}" type="presParOf" srcId="{4E692F82-01CF-4893-BB48-EBAC3333C6B1}" destId="{513112DD-193B-41A9-89E6-7AC3AA9F11CE}" srcOrd="2" destOrd="0" presId="urn:microsoft.com/office/officeart/2018/2/layout/IconLabelList"/>
    <dgm:cxn modelId="{46DEB0A0-FA43-4118-B216-9F2A1123E7FF}" type="presParOf" srcId="{513112DD-193B-41A9-89E6-7AC3AA9F11CE}" destId="{5C8F83FB-731B-4BB0-A22F-47F7CF0CA45C}" srcOrd="0" destOrd="0" presId="urn:microsoft.com/office/officeart/2018/2/layout/IconLabelList"/>
    <dgm:cxn modelId="{31C20498-33CC-4AF7-90F9-5CA4C7CE2CF3}" type="presParOf" srcId="{513112DD-193B-41A9-89E6-7AC3AA9F11CE}" destId="{E4033440-8F29-43E7-87D5-8015DAA750EC}" srcOrd="1" destOrd="0" presId="urn:microsoft.com/office/officeart/2018/2/layout/IconLabelList"/>
    <dgm:cxn modelId="{C319B04A-433E-4539-890E-052D3FE2D0CA}" type="presParOf" srcId="{513112DD-193B-41A9-89E6-7AC3AA9F11CE}" destId="{F764E056-244B-46CF-AF44-252BF998408D}" srcOrd="2" destOrd="0" presId="urn:microsoft.com/office/officeart/2018/2/layout/IconLabelList"/>
    <dgm:cxn modelId="{A37462C7-198E-47CA-ADE1-9E8150AA9B82}" type="presParOf" srcId="{4E692F82-01CF-4893-BB48-EBAC3333C6B1}" destId="{B8D48338-48C8-4C04-8D84-54B616C7559F}" srcOrd="3" destOrd="0" presId="urn:microsoft.com/office/officeart/2018/2/layout/IconLabelList"/>
    <dgm:cxn modelId="{CF1753CC-5415-4BB4-8B8A-214F6242BAD0}" type="presParOf" srcId="{4E692F82-01CF-4893-BB48-EBAC3333C6B1}" destId="{0F928AF0-9731-4BE5-9308-089FBAE674F2}" srcOrd="4" destOrd="0" presId="urn:microsoft.com/office/officeart/2018/2/layout/IconLabelList"/>
    <dgm:cxn modelId="{2A6632C1-DF2E-4520-8403-2FB5820EBA55}" type="presParOf" srcId="{0F928AF0-9731-4BE5-9308-089FBAE674F2}" destId="{A184724E-7326-4328-8684-E6396221919A}" srcOrd="0" destOrd="0" presId="urn:microsoft.com/office/officeart/2018/2/layout/IconLabelList"/>
    <dgm:cxn modelId="{EC6F6704-6776-417F-B1A5-AA2DD8F7FB31}" type="presParOf" srcId="{0F928AF0-9731-4BE5-9308-089FBAE674F2}" destId="{F5C8EDA9-3EBF-4837-8EC7-2A4844481830}" srcOrd="1" destOrd="0" presId="urn:microsoft.com/office/officeart/2018/2/layout/IconLabelList"/>
    <dgm:cxn modelId="{FED8D47D-86DF-4CF5-943B-EE188B52DB70}" type="presParOf" srcId="{0F928AF0-9731-4BE5-9308-089FBAE674F2}" destId="{B666A7BC-94E6-450A-9B19-D034D22616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32F23F-E9C5-46C3-A0A1-1ECE87CC89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0344E4-25C4-464D-A476-DEC3CED369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High readmission rates may indicate weaker treatment quality</a:t>
          </a:r>
          <a:endParaRPr lang="en-US"/>
        </a:p>
      </dgm:t>
    </dgm:pt>
    <dgm:pt modelId="{622513BA-6669-445D-BC6B-63FA1BD7F039}" type="parTrans" cxnId="{2B3A406A-3C08-4D42-84B4-8260847CD87A}">
      <dgm:prSet/>
      <dgm:spPr/>
      <dgm:t>
        <a:bodyPr/>
        <a:lstStyle/>
        <a:p>
          <a:endParaRPr lang="en-US"/>
        </a:p>
      </dgm:t>
    </dgm:pt>
    <dgm:pt modelId="{4F061F01-1F3C-45C1-A792-20D981E858C9}" type="sibTrans" cxnId="{2B3A406A-3C08-4D42-84B4-8260847CD87A}">
      <dgm:prSet/>
      <dgm:spPr/>
      <dgm:t>
        <a:bodyPr/>
        <a:lstStyle/>
        <a:p>
          <a:endParaRPr lang="en-US"/>
        </a:p>
      </dgm:t>
    </dgm:pt>
    <dgm:pt modelId="{5EB26A9F-DC1B-4570-829A-938751BBA3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Patient experience is stable across hospitals</a:t>
          </a:r>
          <a:endParaRPr lang="en-US"/>
        </a:p>
      </dgm:t>
    </dgm:pt>
    <dgm:pt modelId="{51276D7B-4B7A-47F5-ACB2-7C2950AECB15}" type="parTrans" cxnId="{A8A8374B-3856-4F88-9A32-FCB17329D31B}">
      <dgm:prSet/>
      <dgm:spPr/>
      <dgm:t>
        <a:bodyPr/>
        <a:lstStyle/>
        <a:p>
          <a:endParaRPr lang="en-US"/>
        </a:p>
      </dgm:t>
    </dgm:pt>
    <dgm:pt modelId="{9F319728-DEB7-4643-97E6-062D59503B9D}" type="sibTrans" cxnId="{A8A8374B-3856-4F88-9A32-FCB17329D31B}">
      <dgm:prSet/>
      <dgm:spPr/>
      <dgm:t>
        <a:bodyPr/>
        <a:lstStyle/>
        <a:p>
          <a:endParaRPr lang="en-US"/>
        </a:p>
      </dgm:t>
    </dgm:pt>
    <dgm:pt modelId="{FC54C29A-8515-40BF-83A9-05D00EA114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• Good patient experience does not always mean better clinical performance</a:t>
          </a:r>
          <a:endParaRPr lang="en-US"/>
        </a:p>
      </dgm:t>
    </dgm:pt>
    <dgm:pt modelId="{279C02AB-349B-4656-8783-D5D0A1B0CDDD}" type="parTrans" cxnId="{D2952803-C8F2-4C66-8ABB-BABE491A3D54}">
      <dgm:prSet/>
      <dgm:spPr/>
      <dgm:t>
        <a:bodyPr/>
        <a:lstStyle/>
        <a:p>
          <a:endParaRPr lang="en-US"/>
        </a:p>
      </dgm:t>
    </dgm:pt>
    <dgm:pt modelId="{A506812C-D7B1-4088-AB2B-F0624A06F979}" type="sibTrans" cxnId="{D2952803-C8F2-4C66-8ABB-BABE491A3D54}">
      <dgm:prSet/>
      <dgm:spPr/>
      <dgm:t>
        <a:bodyPr/>
        <a:lstStyle/>
        <a:p>
          <a:endParaRPr lang="en-US"/>
        </a:p>
      </dgm:t>
    </dgm:pt>
    <dgm:pt modelId="{851DD06A-A11D-42E5-8AEE-C2DCE964F87D}" type="pres">
      <dgm:prSet presAssocID="{A832F23F-E9C5-46C3-A0A1-1ECE87CC890C}" presName="root" presStyleCnt="0">
        <dgm:presLayoutVars>
          <dgm:dir/>
          <dgm:resizeHandles val="exact"/>
        </dgm:presLayoutVars>
      </dgm:prSet>
      <dgm:spPr/>
    </dgm:pt>
    <dgm:pt modelId="{ED23B983-97D9-4D0C-ACC8-F098848A602C}" type="pres">
      <dgm:prSet presAssocID="{710344E4-25C4-464D-A476-DEC3CED3692D}" presName="compNode" presStyleCnt="0"/>
      <dgm:spPr/>
    </dgm:pt>
    <dgm:pt modelId="{230FE708-5A20-4F56-B886-5C333C0D0FA4}" type="pres">
      <dgm:prSet presAssocID="{710344E4-25C4-464D-A476-DEC3CED3692D}" presName="bgRect" presStyleLbl="bgShp" presStyleIdx="0" presStyleCnt="3"/>
      <dgm:spPr/>
    </dgm:pt>
    <dgm:pt modelId="{7BC0761C-35A3-4371-985F-04B69356446F}" type="pres">
      <dgm:prSet presAssocID="{710344E4-25C4-464D-A476-DEC3CED3692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5F64838-446C-4F0E-9518-DB04D0FDEC43}" type="pres">
      <dgm:prSet presAssocID="{710344E4-25C4-464D-A476-DEC3CED3692D}" presName="spaceRect" presStyleCnt="0"/>
      <dgm:spPr/>
    </dgm:pt>
    <dgm:pt modelId="{E2074DA9-DF53-42E0-B17B-15EB3F538C47}" type="pres">
      <dgm:prSet presAssocID="{710344E4-25C4-464D-A476-DEC3CED3692D}" presName="parTx" presStyleLbl="revTx" presStyleIdx="0" presStyleCnt="3">
        <dgm:presLayoutVars>
          <dgm:chMax val="0"/>
          <dgm:chPref val="0"/>
        </dgm:presLayoutVars>
      </dgm:prSet>
      <dgm:spPr/>
    </dgm:pt>
    <dgm:pt modelId="{A6D87757-C44D-44B5-8C3A-4D2C438F0901}" type="pres">
      <dgm:prSet presAssocID="{4F061F01-1F3C-45C1-A792-20D981E858C9}" presName="sibTrans" presStyleCnt="0"/>
      <dgm:spPr/>
    </dgm:pt>
    <dgm:pt modelId="{A7F6BC34-5D5F-4D12-920D-8EDAD50E4115}" type="pres">
      <dgm:prSet presAssocID="{5EB26A9F-DC1B-4570-829A-938751BBA3A1}" presName="compNode" presStyleCnt="0"/>
      <dgm:spPr/>
    </dgm:pt>
    <dgm:pt modelId="{1E31BAFB-D87A-4D14-9502-D36BA089E591}" type="pres">
      <dgm:prSet presAssocID="{5EB26A9F-DC1B-4570-829A-938751BBA3A1}" presName="bgRect" presStyleLbl="bgShp" presStyleIdx="1" presStyleCnt="3"/>
      <dgm:spPr/>
    </dgm:pt>
    <dgm:pt modelId="{2E62B0E9-2C44-426A-A48E-50009C003B0F}" type="pres">
      <dgm:prSet presAssocID="{5EB26A9F-DC1B-4570-829A-938751BBA3A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085AD787-4592-42C0-9B5E-196FCB177580}" type="pres">
      <dgm:prSet presAssocID="{5EB26A9F-DC1B-4570-829A-938751BBA3A1}" presName="spaceRect" presStyleCnt="0"/>
      <dgm:spPr/>
    </dgm:pt>
    <dgm:pt modelId="{FA97A088-2325-453A-9A8B-7FD72AE4D689}" type="pres">
      <dgm:prSet presAssocID="{5EB26A9F-DC1B-4570-829A-938751BBA3A1}" presName="parTx" presStyleLbl="revTx" presStyleIdx="1" presStyleCnt="3">
        <dgm:presLayoutVars>
          <dgm:chMax val="0"/>
          <dgm:chPref val="0"/>
        </dgm:presLayoutVars>
      </dgm:prSet>
      <dgm:spPr/>
    </dgm:pt>
    <dgm:pt modelId="{7685A22C-8136-4157-8812-122CEBDADE6C}" type="pres">
      <dgm:prSet presAssocID="{9F319728-DEB7-4643-97E6-062D59503B9D}" presName="sibTrans" presStyleCnt="0"/>
      <dgm:spPr/>
    </dgm:pt>
    <dgm:pt modelId="{634916BC-92B8-407C-912A-DBF397E911F6}" type="pres">
      <dgm:prSet presAssocID="{FC54C29A-8515-40BF-83A9-05D00EA114CA}" presName="compNode" presStyleCnt="0"/>
      <dgm:spPr/>
    </dgm:pt>
    <dgm:pt modelId="{F2213FF0-C097-43F8-96D7-FD6C4AE25104}" type="pres">
      <dgm:prSet presAssocID="{FC54C29A-8515-40BF-83A9-05D00EA114CA}" presName="bgRect" presStyleLbl="bgShp" presStyleIdx="2" presStyleCnt="3"/>
      <dgm:spPr/>
    </dgm:pt>
    <dgm:pt modelId="{7F2A8A96-79BB-4E8B-8AC2-D9FE01B70D6C}" type="pres">
      <dgm:prSet presAssocID="{FC54C29A-8515-40BF-83A9-05D00EA114C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B7EAD2D-3F87-4DA8-A80E-87AFA12E8EB5}" type="pres">
      <dgm:prSet presAssocID="{FC54C29A-8515-40BF-83A9-05D00EA114CA}" presName="spaceRect" presStyleCnt="0"/>
      <dgm:spPr/>
    </dgm:pt>
    <dgm:pt modelId="{50ED2670-8C5F-47AC-8B0C-89E89CA5ADD4}" type="pres">
      <dgm:prSet presAssocID="{FC54C29A-8515-40BF-83A9-05D00EA114C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2952803-C8F2-4C66-8ABB-BABE491A3D54}" srcId="{A832F23F-E9C5-46C3-A0A1-1ECE87CC890C}" destId="{FC54C29A-8515-40BF-83A9-05D00EA114CA}" srcOrd="2" destOrd="0" parTransId="{279C02AB-349B-4656-8783-D5D0A1B0CDDD}" sibTransId="{A506812C-D7B1-4088-AB2B-F0624A06F979}"/>
    <dgm:cxn modelId="{B6BCB75C-A9DE-4EFB-91FE-650242D1184A}" type="presOf" srcId="{FC54C29A-8515-40BF-83A9-05D00EA114CA}" destId="{50ED2670-8C5F-47AC-8B0C-89E89CA5ADD4}" srcOrd="0" destOrd="0" presId="urn:microsoft.com/office/officeart/2018/2/layout/IconVerticalSolidList"/>
    <dgm:cxn modelId="{BA253166-7D02-4F2E-8BF1-233C210F4BD7}" type="presOf" srcId="{A832F23F-E9C5-46C3-A0A1-1ECE87CC890C}" destId="{851DD06A-A11D-42E5-8AEE-C2DCE964F87D}" srcOrd="0" destOrd="0" presId="urn:microsoft.com/office/officeart/2018/2/layout/IconVerticalSolidList"/>
    <dgm:cxn modelId="{2B3A406A-3C08-4D42-84B4-8260847CD87A}" srcId="{A832F23F-E9C5-46C3-A0A1-1ECE87CC890C}" destId="{710344E4-25C4-464D-A476-DEC3CED3692D}" srcOrd="0" destOrd="0" parTransId="{622513BA-6669-445D-BC6B-63FA1BD7F039}" sibTransId="{4F061F01-1F3C-45C1-A792-20D981E858C9}"/>
    <dgm:cxn modelId="{A8A8374B-3856-4F88-9A32-FCB17329D31B}" srcId="{A832F23F-E9C5-46C3-A0A1-1ECE87CC890C}" destId="{5EB26A9F-DC1B-4570-829A-938751BBA3A1}" srcOrd="1" destOrd="0" parTransId="{51276D7B-4B7A-47F5-ACB2-7C2950AECB15}" sibTransId="{9F319728-DEB7-4643-97E6-062D59503B9D}"/>
    <dgm:cxn modelId="{529F348B-8D54-461F-948D-95961F491F17}" type="presOf" srcId="{5EB26A9F-DC1B-4570-829A-938751BBA3A1}" destId="{FA97A088-2325-453A-9A8B-7FD72AE4D689}" srcOrd="0" destOrd="0" presId="urn:microsoft.com/office/officeart/2018/2/layout/IconVerticalSolidList"/>
    <dgm:cxn modelId="{F6ACE6C3-00B1-428D-AB24-BA9CE1A43753}" type="presOf" srcId="{710344E4-25C4-464D-A476-DEC3CED3692D}" destId="{E2074DA9-DF53-42E0-B17B-15EB3F538C47}" srcOrd="0" destOrd="0" presId="urn:microsoft.com/office/officeart/2018/2/layout/IconVerticalSolidList"/>
    <dgm:cxn modelId="{A45369D1-8117-473D-8669-AF08433B8081}" type="presParOf" srcId="{851DD06A-A11D-42E5-8AEE-C2DCE964F87D}" destId="{ED23B983-97D9-4D0C-ACC8-F098848A602C}" srcOrd="0" destOrd="0" presId="urn:microsoft.com/office/officeart/2018/2/layout/IconVerticalSolidList"/>
    <dgm:cxn modelId="{B7B65E33-7FB7-48C5-AEEA-A8CBCB42DF82}" type="presParOf" srcId="{ED23B983-97D9-4D0C-ACC8-F098848A602C}" destId="{230FE708-5A20-4F56-B886-5C333C0D0FA4}" srcOrd="0" destOrd="0" presId="urn:microsoft.com/office/officeart/2018/2/layout/IconVerticalSolidList"/>
    <dgm:cxn modelId="{0B075524-BBD5-4008-808E-1C8FE2B562B1}" type="presParOf" srcId="{ED23B983-97D9-4D0C-ACC8-F098848A602C}" destId="{7BC0761C-35A3-4371-985F-04B69356446F}" srcOrd="1" destOrd="0" presId="urn:microsoft.com/office/officeart/2018/2/layout/IconVerticalSolidList"/>
    <dgm:cxn modelId="{12269589-A63F-4873-BE0A-00D7283B7624}" type="presParOf" srcId="{ED23B983-97D9-4D0C-ACC8-F098848A602C}" destId="{F5F64838-446C-4F0E-9518-DB04D0FDEC43}" srcOrd="2" destOrd="0" presId="urn:microsoft.com/office/officeart/2018/2/layout/IconVerticalSolidList"/>
    <dgm:cxn modelId="{7FBC1D37-C1A3-4C5B-9F4C-D780E59DF0F7}" type="presParOf" srcId="{ED23B983-97D9-4D0C-ACC8-F098848A602C}" destId="{E2074DA9-DF53-42E0-B17B-15EB3F538C47}" srcOrd="3" destOrd="0" presId="urn:microsoft.com/office/officeart/2018/2/layout/IconVerticalSolidList"/>
    <dgm:cxn modelId="{21EC9DAE-993E-425B-B2D9-DBCF473F4A10}" type="presParOf" srcId="{851DD06A-A11D-42E5-8AEE-C2DCE964F87D}" destId="{A6D87757-C44D-44B5-8C3A-4D2C438F0901}" srcOrd="1" destOrd="0" presId="urn:microsoft.com/office/officeart/2018/2/layout/IconVerticalSolidList"/>
    <dgm:cxn modelId="{75521EAC-9E4C-4522-8C18-E122097C03AC}" type="presParOf" srcId="{851DD06A-A11D-42E5-8AEE-C2DCE964F87D}" destId="{A7F6BC34-5D5F-4D12-920D-8EDAD50E4115}" srcOrd="2" destOrd="0" presId="urn:microsoft.com/office/officeart/2018/2/layout/IconVerticalSolidList"/>
    <dgm:cxn modelId="{FB2289D6-C7C2-4F35-99C5-8C5F4B1FB56B}" type="presParOf" srcId="{A7F6BC34-5D5F-4D12-920D-8EDAD50E4115}" destId="{1E31BAFB-D87A-4D14-9502-D36BA089E591}" srcOrd="0" destOrd="0" presId="urn:microsoft.com/office/officeart/2018/2/layout/IconVerticalSolidList"/>
    <dgm:cxn modelId="{4D49F550-C369-473C-B396-6B29A45D5E70}" type="presParOf" srcId="{A7F6BC34-5D5F-4D12-920D-8EDAD50E4115}" destId="{2E62B0E9-2C44-426A-A48E-50009C003B0F}" srcOrd="1" destOrd="0" presId="urn:microsoft.com/office/officeart/2018/2/layout/IconVerticalSolidList"/>
    <dgm:cxn modelId="{E4D7ECEA-FCB4-4245-B499-D4BA45F69FF8}" type="presParOf" srcId="{A7F6BC34-5D5F-4D12-920D-8EDAD50E4115}" destId="{085AD787-4592-42C0-9B5E-196FCB177580}" srcOrd="2" destOrd="0" presId="urn:microsoft.com/office/officeart/2018/2/layout/IconVerticalSolidList"/>
    <dgm:cxn modelId="{3E814530-2DE3-4FF7-A6D0-B498C26F50B7}" type="presParOf" srcId="{A7F6BC34-5D5F-4D12-920D-8EDAD50E4115}" destId="{FA97A088-2325-453A-9A8B-7FD72AE4D689}" srcOrd="3" destOrd="0" presId="urn:microsoft.com/office/officeart/2018/2/layout/IconVerticalSolidList"/>
    <dgm:cxn modelId="{FC3BC32E-4D97-4090-A974-A0BC748DB2A1}" type="presParOf" srcId="{851DD06A-A11D-42E5-8AEE-C2DCE964F87D}" destId="{7685A22C-8136-4157-8812-122CEBDADE6C}" srcOrd="3" destOrd="0" presId="urn:microsoft.com/office/officeart/2018/2/layout/IconVerticalSolidList"/>
    <dgm:cxn modelId="{F388EF05-4B90-422A-AC62-B4F4F7A8C08F}" type="presParOf" srcId="{851DD06A-A11D-42E5-8AEE-C2DCE964F87D}" destId="{634916BC-92B8-407C-912A-DBF397E911F6}" srcOrd="4" destOrd="0" presId="urn:microsoft.com/office/officeart/2018/2/layout/IconVerticalSolidList"/>
    <dgm:cxn modelId="{737B0CE3-DC16-4703-B1EF-EED96D5EABE2}" type="presParOf" srcId="{634916BC-92B8-407C-912A-DBF397E911F6}" destId="{F2213FF0-C097-43F8-96D7-FD6C4AE25104}" srcOrd="0" destOrd="0" presId="urn:microsoft.com/office/officeart/2018/2/layout/IconVerticalSolidList"/>
    <dgm:cxn modelId="{887BB272-5608-4BD8-944C-5FFF9B2C5F62}" type="presParOf" srcId="{634916BC-92B8-407C-912A-DBF397E911F6}" destId="{7F2A8A96-79BB-4E8B-8AC2-D9FE01B70D6C}" srcOrd="1" destOrd="0" presId="urn:microsoft.com/office/officeart/2018/2/layout/IconVerticalSolidList"/>
    <dgm:cxn modelId="{0E2E57A4-BE9D-4A71-A75A-F77A99991C4B}" type="presParOf" srcId="{634916BC-92B8-407C-912A-DBF397E911F6}" destId="{7B7EAD2D-3F87-4DA8-A80E-87AFA12E8EB5}" srcOrd="2" destOrd="0" presId="urn:microsoft.com/office/officeart/2018/2/layout/IconVerticalSolidList"/>
    <dgm:cxn modelId="{950C58AF-49DD-4C4A-9A6C-1AD89AED5848}" type="presParOf" srcId="{634916BC-92B8-407C-912A-DBF397E911F6}" destId="{50ED2670-8C5F-47AC-8B0C-89E89CA5AD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4D46CF9-1E1E-4A59-AF00-DC88C10965C1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A0946E-2BF6-4497-B69E-C787D38E216B}">
      <dgm:prSet/>
      <dgm:spPr/>
      <dgm:t>
        <a:bodyPr/>
        <a:lstStyle/>
        <a:p>
          <a:r>
            <a:rPr lang="en-US" b="0"/>
            <a:t>• Increased better performance percentage</a:t>
          </a:r>
          <a:endParaRPr lang="en-US"/>
        </a:p>
      </dgm:t>
    </dgm:pt>
    <dgm:pt modelId="{52B2032F-F0A5-4EAD-9746-6E9EDDF7ADDE}" type="parTrans" cxnId="{7429419A-B47E-419B-B1ED-DC2464C77CCB}">
      <dgm:prSet/>
      <dgm:spPr/>
      <dgm:t>
        <a:bodyPr/>
        <a:lstStyle/>
        <a:p>
          <a:endParaRPr lang="en-US"/>
        </a:p>
      </dgm:t>
    </dgm:pt>
    <dgm:pt modelId="{0AC43AA6-E624-48A2-98DF-9C797C280400}" type="sibTrans" cxnId="{7429419A-B47E-419B-B1ED-DC2464C77CCB}">
      <dgm:prSet/>
      <dgm:spPr/>
      <dgm:t>
        <a:bodyPr/>
        <a:lstStyle/>
        <a:p>
          <a:endParaRPr lang="en-US"/>
        </a:p>
      </dgm:t>
    </dgm:pt>
    <dgm:pt modelId="{8A7B3F10-D597-4488-8AEF-17E8D11A6FC5}">
      <dgm:prSet/>
      <dgm:spPr/>
      <dgm:t>
        <a:bodyPr/>
        <a:lstStyle/>
        <a:p>
          <a:r>
            <a:rPr lang="en-US" b="0"/>
            <a:t>• Simulated improvements in safety and readmission scores</a:t>
          </a:r>
          <a:endParaRPr lang="en-US"/>
        </a:p>
      </dgm:t>
    </dgm:pt>
    <dgm:pt modelId="{EB5664D5-F508-49AF-90C2-7210CF9C83DB}" type="parTrans" cxnId="{4741AACB-0882-46A6-8396-CC07F019E848}">
      <dgm:prSet/>
      <dgm:spPr/>
      <dgm:t>
        <a:bodyPr/>
        <a:lstStyle/>
        <a:p>
          <a:endParaRPr lang="en-US"/>
        </a:p>
      </dgm:t>
    </dgm:pt>
    <dgm:pt modelId="{BF146B6D-4366-4136-95DB-B52E77ACC3F7}" type="sibTrans" cxnId="{4741AACB-0882-46A6-8396-CC07F019E848}">
      <dgm:prSet/>
      <dgm:spPr/>
      <dgm:t>
        <a:bodyPr/>
        <a:lstStyle/>
        <a:p>
          <a:endParaRPr lang="en-US"/>
        </a:p>
      </dgm:t>
    </dgm:pt>
    <dgm:pt modelId="{5E4AF5A9-AACF-4F42-A7B8-9BB5A27EFFE0}">
      <dgm:prSet/>
      <dgm:spPr/>
      <dgm:t>
        <a:bodyPr/>
        <a:lstStyle/>
        <a:p>
          <a:r>
            <a:rPr lang="en-US" b="0"/>
            <a:t>• Compared projected better hospital counts</a:t>
          </a:r>
          <a:endParaRPr lang="en-US"/>
        </a:p>
      </dgm:t>
    </dgm:pt>
    <dgm:pt modelId="{C8C56C86-BC4E-4CAA-AE37-90B1611C6560}" type="parTrans" cxnId="{4A5CF0B3-DF2F-42E8-A103-20B7E97372C7}">
      <dgm:prSet/>
      <dgm:spPr/>
      <dgm:t>
        <a:bodyPr/>
        <a:lstStyle/>
        <a:p>
          <a:endParaRPr lang="en-US"/>
        </a:p>
      </dgm:t>
    </dgm:pt>
    <dgm:pt modelId="{D11505F6-8331-4759-82C0-067747E41B35}" type="sibTrans" cxnId="{4A5CF0B3-DF2F-42E8-A103-20B7E97372C7}">
      <dgm:prSet/>
      <dgm:spPr/>
      <dgm:t>
        <a:bodyPr/>
        <a:lstStyle/>
        <a:p>
          <a:endParaRPr lang="en-US"/>
        </a:p>
      </dgm:t>
    </dgm:pt>
    <dgm:pt modelId="{26FEDFD0-B3FB-4E36-8BA3-F1366AC32F7A}">
      <dgm:prSet/>
      <dgm:spPr/>
      <dgm:t>
        <a:bodyPr/>
        <a:lstStyle/>
        <a:p>
          <a:r>
            <a:rPr lang="en-US" b="0"/>
            <a:t>Small improvements can significantly increase high performing hospitals</a:t>
          </a:r>
          <a:endParaRPr lang="en-US"/>
        </a:p>
      </dgm:t>
    </dgm:pt>
    <dgm:pt modelId="{1AA7905B-5A17-478F-B26E-FDB680E31821}" type="parTrans" cxnId="{E44E1FF4-AC4F-407E-98BA-0B594524BF44}">
      <dgm:prSet/>
      <dgm:spPr/>
      <dgm:t>
        <a:bodyPr/>
        <a:lstStyle/>
        <a:p>
          <a:endParaRPr lang="en-US"/>
        </a:p>
      </dgm:t>
    </dgm:pt>
    <dgm:pt modelId="{42B5493A-3B13-4860-A533-484BF74CF557}" type="sibTrans" cxnId="{E44E1FF4-AC4F-407E-98BA-0B594524BF44}">
      <dgm:prSet/>
      <dgm:spPr/>
      <dgm:t>
        <a:bodyPr/>
        <a:lstStyle/>
        <a:p>
          <a:endParaRPr lang="en-US"/>
        </a:p>
      </dgm:t>
    </dgm:pt>
    <dgm:pt modelId="{0AE8FB4A-8F53-42AD-97DD-F0F1BC3C5674}" type="pres">
      <dgm:prSet presAssocID="{E4D46CF9-1E1E-4A59-AF00-DC88C10965C1}" presName="outerComposite" presStyleCnt="0">
        <dgm:presLayoutVars>
          <dgm:chMax val="5"/>
          <dgm:dir/>
          <dgm:resizeHandles val="exact"/>
        </dgm:presLayoutVars>
      </dgm:prSet>
      <dgm:spPr/>
    </dgm:pt>
    <dgm:pt modelId="{23278879-6396-4C00-BD00-F2B3B4BF901A}" type="pres">
      <dgm:prSet presAssocID="{E4D46CF9-1E1E-4A59-AF00-DC88C10965C1}" presName="dummyMaxCanvas" presStyleCnt="0">
        <dgm:presLayoutVars/>
      </dgm:prSet>
      <dgm:spPr/>
    </dgm:pt>
    <dgm:pt modelId="{2231ABE7-9978-4F96-880A-C156434C04F3}" type="pres">
      <dgm:prSet presAssocID="{E4D46CF9-1E1E-4A59-AF00-DC88C10965C1}" presName="FourNodes_1" presStyleLbl="node1" presStyleIdx="0" presStyleCnt="4">
        <dgm:presLayoutVars>
          <dgm:bulletEnabled val="1"/>
        </dgm:presLayoutVars>
      </dgm:prSet>
      <dgm:spPr/>
    </dgm:pt>
    <dgm:pt modelId="{44E4034A-96F4-4D6B-8E9E-E6FF6B2A99B4}" type="pres">
      <dgm:prSet presAssocID="{E4D46CF9-1E1E-4A59-AF00-DC88C10965C1}" presName="FourNodes_2" presStyleLbl="node1" presStyleIdx="1" presStyleCnt="4">
        <dgm:presLayoutVars>
          <dgm:bulletEnabled val="1"/>
        </dgm:presLayoutVars>
      </dgm:prSet>
      <dgm:spPr/>
    </dgm:pt>
    <dgm:pt modelId="{5CAA2C19-9D09-4052-9073-2F0BBF3D359A}" type="pres">
      <dgm:prSet presAssocID="{E4D46CF9-1E1E-4A59-AF00-DC88C10965C1}" presName="FourNodes_3" presStyleLbl="node1" presStyleIdx="2" presStyleCnt="4">
        <dgm:presLayoutVars>
          <dgm:bulletEnabled val="1"/>
        </dgm:presLayoutVars>
      </dgm:prSet>
      <dgm:spPr/>
    </dgm:pt>
    <dgm:pt modelId="{D8B595E7-2F6D-4888-8302-ABCBBB4E7C37}" type="pres">
      <dgm:prSet presAssocID="{E4D46CF9-1E1E-4A59-AF00-DC88C10965C1}" presName="FourNodes_4" presStyleLbl="node1" presStyleIdx="3" presStyleCnt="4">
        <dgm:presLayoutVars>
          <dgm:bulletEnabled val="1"/>
        </dgm:presLayoutVars>
      </dgm:prSet>
      <dgm:spPr/>
    </dgm:pt>
    <dgm:pt modelId="{465F2CA0-BF55-4A47-BECF-178B587045A4}" type="pres">
      <dgm:prSet presAssocID="{E4D46CF9-1E1E-4A59-AF00-DC88C10965C1}" presName="FourConn_1-2" presStyleLbl="fgAccFollowNode1" presStyleIdx="0" presStyleCnt="3">
        <dgm:presLayoutVars>
          <dgm:bulletEnabled val="1"/>
        </dgm:presLayoutVars>
      </dgm:prSet>
      <dgm:spPr/>
    </dgm:pt>
    <dgm:pt modelId="{427DE483-B458-405A-BB30-757FA7E0B7D2}" type="pres">
      <dgm:prSet presAssocID="{E4D46CF9-1E1E-4A59-AF00-DC88C10965C1}" presName="FourConn_2-3" presStyleLbl="fgAccFollowNode1" presStyleIdx="1" presStyleCnt="3">
        <dgm:presLayoutVars>
          <dgm:bulletEnabled val="1"/>
        </dgm:presLayoutVars>
      </dgm:prSet>
      <dgm:spPr/>
    </dgm:pt>
    <dgm:pt modelId="{57D35E94-0E41-473A-85F5-1828301D85CB}" type="pres">
      <dgm:prSet presAssocID="{E4D46CF9-1E1E-4A59-AF00-DC88C10965C1}" presName="FourConn_3-4" presStyleLbl="fgAccFollowNode1" presStyleIdx="2" presStyleCnt="3">
        <dgm:presLayoutVars>
          <dgm:bulletEnabled val="1"/>
        </dgm:presLayoutVars>
      </dgm:prSet>
      <dgm:spPr/>
    </dgm:pt>
    <dgm:pt modelId="{865640D2-CB4D-462E-91AB-2F10A667D1E0}" type="pres">
      <dgm:prSet presAssocID="{E4D46CF9-1E1E-4A59-AF00-DC88C10965C1}" presName="FourNodes_1_text" presStyleLbl="node1" presStyleIdx="3" presStyleCnt="4">
        <dgm:presLayoutVars>
          <dgm:bulletEnabled val="1"/>
        </dgm:presLayoutVars>
      </dgm:prSet>
      <dgm:spPr/>
    </dgm:pt>
    <dgm:pt modelId="{431AABF6-DB1F-4E6B-9617-AEF7EE9D2AB8}" type="pres">
      <dgm:prSet presAssocID="{E4D46CF9-1E1E-4A59-AF00-DC88C10965C1}" presName="FourNodes_2_text" presStyleLbl="node1" presStyleIdx="3" presStyleCnt="4">
        <dgm:presLayoutVars>
          <dgm:bulletEnabled val="1"/>
        </dgm:presLayoutVars>
      </dgm:prSet>
      <dgm:spPr/>
    </dgm:pt>
    <dgm:pt modelId="{A02BC8D9-EE2F-47DB-8598-87808F55F181}" type="pres">
      <dgm:prSet presAssocID="{E4D46CF9-1E1E-4A59-AF00-DC88C10965C1}" presName="FourNodes_3_text" presStyleLbl="node1" presStyleIdx="3" presStyleCnt="4">
        <dgm:presLayoutVars>
          <dgm:bulletEnabled val="1"/>
        </dgm:presLayoutVars>
      </dgm:prSet>
      <dgm:spPr/>
    </dgm:pt>
    <dgm:pt modelId="{DDCD935A-62DE-414E-9882-0FA93565CAF9}" type="pres">
      <dgm:prSet presAssocID="{E4D46CF9-1E1E-4A59-AF00-DC88C10965C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CD13501-7306-4FDB-BE4F-1DE15BC5442C}" type="presOf" srcId="{26FEDFD0-B3FB-4E36-8BA3-F1366AC32F7A}" destId="{D8B595E7-2F6D-4888-8302-ABCBBB4E7C37}" srcOrd="0" destOrd="0" presId="urn:microsoft.com/office/officeart/2005/8/layout/vProcess5"/>
    <dgm:cxn modelId="{A4E0BA16-1317-4DF7-99B4-2526DD329AD0}" type="presOf" srcId="{5E4AF5A9-AACF-4F42-A7B8-9BB5A27EFFE0}" destId="{5CAA2C19-9D09-4052-9073-2F0BBF3D359A}" srcOrd="0" destOrd="0" presId="urn:microsoft.com/office/officeart/2005/8/layout/vProcess5"/>
    <dgm:cxn modelId="{4C8D9A23-2368-4B43-AD37-7A688324F495}" type="presOf" srcId="{D11505F6-8331-4759-82C0-067747E41B35}" destId="{57D35E94-0E41-473A-85F5-1828301D85CB}" srcOrd="0" destOrd="0" presId="urn:microsoft.com/office/officeart/2005/8/layout/vProcess5"/>
    <dgm:cxn modelId="{6CF22F2C-9A07-41BE-AC69-868080709D83}" type="presOf" srcId="{BF146B6D-4366-4136-95DB-B52E77ACC3F7}" destId="{427DE483-B458-405A-BB30-757FA7E0B7D2}" srcOrd="0" destOrd="0" presId="urn:microsoft.com/office/officeart/2005/8/layout/vProcess5"/>
    <dgm:cxn modelId="{20EB4D64-173F-492A-A355-7E5A8F5F8F96}" type="presOf" srcId="{8A7B3F10-D597-4488-8AEF-17E8D11A6FC5}" destId="{44E4034A-96F4-4D6B-8E9E-E6FF6B2A99B4}" srcOrd="0" destOrd="0" presId="urn:microsoft.com/office/officeart/2005/8/layout/vProcess5"/>
    <dgm:cxn modelId="{12ACF064-5028-4EBF-AEAF-5F9753E769F1}" type="presOf" srcId="{5E4AF5A9-AACF-4F42-A7B8-9BB5A27EFFE0}" destId="{A02BC8D9-EE2F-47DB-8598-87808F55F181}" srcOrd="1" destOrd="0" presId="urn:microsoft.com/office/officeart/2005/8/layout/vProcess5"/>
    <dgm:cxn modelId="{49518D84-238C-401F-8277-329AA68EA5C4}" type="presOf" srcId="{26FEDFD0-B3FB-4E36-8BA3-F1366AC32F7A}" destId="{DDCD935A-62DE-414E-9882-0FA93565CAF9}" srcOrd="1" destOrd="0" presId="urn:microsoft.com/office/officeart/2005/8/layout/vProcess5"/>
    <dgm:cxn modelId="{F3BEB985-B1B0-41C7-A812-28C0C65A7DAA}" type="presOf" srcId="{0AC43AA6-E624-48A2-98DF-9C797C280400}" destId="{465F2CA0-BF55-4A47-BECF-178B587045A4}" srcOrd="0" destOrd="0" presId="urn:microsoft.com/office/officeart/2005/8/layout/vProcess5"/>
    <dgm:cxn modelId="{7429419A-B47E-419B-B1ED-DC2464C77CCB}" srcId="{E4D46CF9-1E1E-4A59-AF00-DC88C10965C1}" destId="{0BA0946E-2BF6-4497-B69E-C787D38E216B}" srcOrd="0" destOrd="0" parTransId="{52B2032F-F0A5-4EAD-9746-6E9EDDF7ADDE}" sibTransId="{0AC43AA6-E624-48A2-98DF-9C797C280400}"/>
    <dgm:cxn modelId="{5D03EBA6-C95E-43A8-A87F-658D35956CFF}" type="presOf" srcId="{0BA0946E-2BF6-4497-B69E-C787D38E216B}" destId="{2231ABE7-9978-4F96-880A-C156434C04F3}" srcOrd="0" destOrd="0" presId="urn:microsoft.com/office/officeart/2005/8/layout/vProcess5"/>
    <dgm:cxn modelId="{4A5CF0B3-DF2F-42E8-A103-20B7E97372C7}" srcId="{E4D46CF9-1E1E-4A59-AF00-DC88C10965C1}" destId="{5E4AF5A9-AACF-4F42-A7B8-9BB5A27EFFE0}" srcOrd="2" destOrd="0" parTransId="{C8C56C86-BC4E-4CAA-AE37-90B1611C6560}" sibTransId="{D11505F6-8331-4759-82C0-067747E41B35}"/>
    <dgm:cxn modelId="{4741AACB-0882-46A6-8396-CC07F019E848}" srcId="{E4D46CF9-1E1E-4A59-AF00-DC88C10965C1}" destId="{8A7B3F10-D597-4488-8AEF-17E8D11A6FC5}" srcOrd="1" destOrd="0" parTransId="{EB5664D5-F508-49AF-90C2-7210CF9C83DB}" sibTransId="{BF146B6D-4366-4136-95DB-B52E77ACC3F7}"/>
    <dgm:cxn modelId="{F5AB47E6-A087-4983-9380-F64EFF32DD28}" type="presOf" srcId="{8A7B3F10-D597-4488-8AEF-17E8D11A6FC5}" destId="{431AABF6-DB1F-4E6B-9617-AEF7EE9D2AB8}" srcOrd="1" destOrd="0" presId="urn:microsoft.com/office/officeart/2005/8/layout/vProcess5"/>
    <dgm:cxn modelId="{33E4BCF2-1853-4D4B-B2B1-488CB560122B}" type="presOf" srcId="{0BA0946E-2BF6-4497-B69E-C787D38E216B}" destId="{865640D2-CB4D-462E-91AB-2F10A667D1E0}" srcOrd="1" destOrd="0" presId="urn:microsoft.com/office/officeart/2005/8/layout/vProcess5"/>
    <dgm:cxn modelId="{E44E1FF4-AC4F-407E-98BA-0B594524BF44}" srcId="{E4D46CF9-1E1E-4A59-AF00-DC88C10965C1}" destId="{26FEDFD0-B3FB-4E36-8BA3-F1366AC32F7A}" srcOrd="3" destOrd="0" parTransId="{1AA7905B-5A17-478F-B26E-FDB680E31821}" sibTransId="{42B5493A-3B13-4860-A533-484BF74CF557}"/>
    <dgm:cxn modelId="{9066CEF7-0B31-47DC-A92C-AF2D8F69126E}" type="presOf" srcId="{E4D46CF9-1E1E-4A59-AF00-DC88C10965C1}" destId="{0AE8FB4A-8F53-42AD-97DD-F0F1BC3C5674}" srcOrd="0" destOrd="0" presId="urn:microsoft.com/office/officeart/2005/8/layout/vProcess5"/>
    <dgm:cxn modelId="{CC201F19-715A-4A1B-B17F-AFF514893952}" type="presParOf" srcId="{0AE8FB4A-8F53-42AD-97DD-F0F1BC3C5674}" destId="{23278879-6396-4C00-BD00-F2B3B4BF901A}" srcOrd="0" destOrd="0" presId="urn:microsoft.com/office/officeart/2005/8/layout/vProcess5"/>
    <dgm:cxn modelId="{22E7128D-CB13-468C-825F-F37F4EA50862}" type="presParOf" srcId="{0AE8FB4A-8F53-42AD-97DD-F0F1BC3C5674}" destId="{2231ABE7-9978-4F96-880A-C156434C04F3}" srcOrd="1" destOrd="0" presId="urn:microsoft.com/office/officeart/2005/8/layout/vProcess5"/>
    <dgm:cxn modelId="{66D24537-5D74-4771-B9DB-7A64A87DEA8E}" type="presParOf" srcId="{0AE8FB4A-8F53-42AD-97DD-F0F1BC3C5674}" destId="{44E4034A-96F4-4D6B-8E9E-E6FF6B2A99B4}" srcOrd="2" destOrd="0" presId="urn:microsoft.com/office/officeart/2005/8/layout/vProcess5"/>
    <dgm:cxn modelId="{4C099B4D-E736-4C48-864B-DC31E4656A71}" type="presParOf" srcId="{0AE8FB4A-8F53-42AD-97DD-F0F1BC3C5674}" destId="{5CAA2C19-9D09-4052-9073-2F0BBF3D359A}" srcOrd="3" destOrd="0" presId="urn:microsoft.com/office/officeart/2005/8/layout/vProcess5"/>
    <dgm:cxn modelId="{341591DA-E612-4FA0-8608-61849424339A}" type="presParOf" srcId="{0AE8FB4A-8F53-42AD-97DD-F0F1BC3C5674}" destId="{D8B595E7-2F6D-4888-8302-ABCBBB4E7C37}" srcOrd="4" destOrd="0" presId="urn:microsoft.com/office/officeart/2005/8/layout/vProcess5"/>
    <dgm:cxn modelId="{D80B4F22-2B70-4818-ACE2-53CDCBCCC1F6}" type="presParOf" srcId="{0AE8FB4A-8F53-42AD-97DD-F0F1BC3C5674}" destId="{465F2CA0-BF55-4A47-BECF-178B587045A4}" srcOrd="5" destOrd="0" presId="urn:microsoft.com/office/officeart/2005/8/layout/vProcess5"/>
    <dgm:cxn modelId="{EC1CB0E4-E301-47E0-B982-8C34D95FD60F}" type="presParOf" srcId="{0AE8FB4A-8F53-42AD-97DD-F0F1BC3C5674}" destId="{427DE483-B458-405A-BB30-757FA7E0B7D2}" srcOrd="6" destOrd="0" presId="urn:microsoft.com/office/officeart/2005/8/layout/vProcess5"/>
    <dgm:cxn modelId="{26781E1A-0D20-49D5-BEF4-AAA540281C0C}" type="presParOf" srcId="{0AE8FB4A-8F53-42AD-97DD-F0F1BC3C5674}" destId="{57D35E94-0E41-473A-85F5-1828301D85CB}" srcOrd="7" destOrd="0" presId="urn:microsoft.com/office/officeart/2005/8/layout/vProcess5"/>
    <dgm:cxn modelId="{35C82554-3F6E-426C-8E2A-EEF7B1BD5E7B}" type="presParOf" srcId="{0AE8FB4A-8F53-42AD-97DD-F0F1BC3C5674}" destId="{865640D2-CB4D-462E-91AB-2F10A667D1E0}" srcOrd="8" destOrd="0" presId="urn:microsoft.com/office/officeart/2005/8/layout/vProcess5"/>
    <dgm:cxn modelId="{C37A9992-CBD9-41C1-A5C4-C2299E0B3E89}" type="presParOf" srcId="{0AE8FB4A-8F53-42AD-97DD-F0F1BC3C5674}" destId="{431AABF6-DB1F-4E6B-9617-AEF7EE9D2AB8}" srcOrd="9" destOrd="0" presId="urn:microsoft.com/office/officeart/2005/8/layout/vProcess5"/>
    <dgm:cxn modelId="{EDC735C9-6BF3-4A5F-BB5A-FB40138ACDC5}" type="presParOf" srcId="{0AE8FB4A-8F53-42AD-97DD-F0F1BC3C5674}" destId="{A02BC8D9-EE2F-47DB-8598-87808F55F181}" srcOrd="10" destOrd="0" presId="urn:microsoft.com/office/officeart/2005/8/layout/vProcess5"/>
    <dgm:cxn modelId="{D5B13C77-98B2-462E-88A3-4FD08390D1AD}" type="presParOf" srcId="{0AE8FB4A-8F53-42AD-97DD-F0F1BC3C5674}" destId="{DDCD935A-62DE-414E-9882-0FA93565CAF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3C96010-2FAB-4048-8D6E-0C977A433C52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FD5EBE9-D5B2-4329-AC90-18582023A8AE}">
      <dgm:prSet/>
      <dgm:spPr/>
      <dgm:t>
        <a:bodyPr/>
        <a:lstStyle/>
        <a:p>
          <a:r>
            <a:rPr lang="en-US" b="0"/>
            <a:t>• Most hospitals are average performers</a:t>
          </a:r>
          <a:endParaRPr lang="en-US"/>
        </a:p>
      </dgm:t>
    </dgm:pt>
    <dgm:pt modelId="{2DE2725C-B3A1-4B02-A4B3-83745DB175CA}" type="parTrans" cxnId="{A8D0B9E1-74E5-44DA-8BE4-3C7D2F887F6A}">
      <dgm:prSet/>
      <dgm:spPr/>
      <dgm:t>
        <a:bodyPr/>
        <a:lstStyle/>
        <a:p>
          <a:endParaRPr lang="en-US"/>
        </a:p>
      </dgm:t>
    </dgm:pt>
    <dgm:pt modelId="{1EB877FF-9FD2-4837-ABDC-9746311FA0F7}" type="sibTrans" cxnId="{A8D0B9E1-74E5-44DA-8BE4-3C7D2F887F6A}">
      <dgm:prSet/>
      <dgm:spPr/>
      <dgm:t>
        <a:bodyPr/>
        <a:lstStyle/>
        <a:p>
          <a:endParaRPr lang="en-US"/>
        </a:p>
      </dgm:t>
    </dgm:pt>
    <dgm:pt modelId="{FD46146C-B0DE-4484-AC43-5DBABECF984C}">
      <dgm:prSet/>
      <dgm:spPr/>
      <dgm:t>
        <a:bodyPr/>
        <a:lstStyle/>
        <a:p>
          <a:r>
            <a:rPr lang="en-US" b="0"/>
            <a:t>• State wise differences are visible</a:t>
          </a:r>
          <a:endParaRPr lang="en-US"/>
        </a:p>
      </dgm:t>
    </dgm:pt>
    <dgm:pt modelId="{9E44C3CC-7065-4153-AE50-F63D26D844FA}" type="parTrans" cxnId="{7DCE3B29-CB8C-4875-B9BD-5DCAA9CD1698}">
      <dgm:prSet/>
      <dgm:spPr/>
      <dgm:t>
        <a:bodyPr/>
        <a:lstStyle/>
        <a:p>
          <a:endParaRPr lang="en-US"/>
        </a:p>
      </dgm:t>
    </dgm:pt>
    <dgm:pt modelId="{7EFF949F-0A50-463E-A404-D6B9CE802588}" type="sibTrans" cxnId="{7DCE3B29-CB8C-4875-B9BD-5DCAA9CD1698}">
      <dgm:prSet/>
      <dgm:spPr/>
      <dgm:t>
        <a:bodyPr/>
        <a:lstStyle/>
        <a:p>
          <a:endParaRPr lang="en-US"/>
        </a:p>
      </dgm:t>
    </dgm:pt>
    <dgm:pt modelId="{769B65B0-762D-4593-BFA3-D1A7791EC6FA}">
      <dgm:prSet/>
      <dgm:spPr/>
      <dgm:t>
        <a:bodyPr/>
        <a:lstStyle/>
        <a:p>
          <a:r>
            <a:rPr lang="en-US" b="0"/>
            <a:t>• Private hospitals generally perform better</a:t>
          </a:r>
          <a:endParaRPr lang="en-US"/>
        </a:p>
      </dgm:t>
    </dgm:pt>
    <dgm:pt modelId="{C05C076D-6D17-4CA4-80ED-41DBFE896223}" type="parTrans" cxnId="{17378FF2-A4F7-42DC-8905-4DF45F146B4B}">
      <dgm:prSet/>
      <dgm:spPr/>
      <dgm:t>
        <a:bodyPr/>
        <a:lstStyle/>
        <a:p>
          <a:endParaRPr lang="en-US"/>
        </a:p>
      </dgm:t>
    </dgm:pt>
    <dgm:pt modelId="{FDA899CE-33AF-4818-B448-AF988E1DEA7B}" type="sibTrans" cxnId="{17378FF2-A4F7-42DC-8905-4DF45F146B4B}">
      <dgm:prSet/>
      <dgm:spPr/>
      <dgm:t>
        <a:bodyPr/>
        <a:lstStyle/>
        <a:p>
          <a:endParaRPr lang="en-US"/>
        </a:p>
      </dgm:t>
    </dgm:pt>
    <dgm:pt modelId="{6B04F110-9C01-42A0-A840-31A4B61EB904}">
      <dgm:prSet/>
      <dgm:spPr/>
      <dgm:t>
        <a:bodyPr/>
        <a:lstStyle/>
        <a:p>
          <a:r>
            <a:rPr lang="en-US" b="0"/>
            <a:t>• Patient experience does not always match clinical quality</a:t>
          </a:r>
          <a:endParaRPr lang="en-US"/>
        </a:p>
      </dgm:t>
    </dgm:pt>
    <dgm:pt modelId="{EE4A4758-06C4-4C26-B3D6-31BEA91DD38A}" type="parTrans" cxnId="{3E0BA979-5CBF-46DD-90D4-3820FC307DD9}">
      <dgm:prSet/>
      <dgm:spPr/>
      <dgm:t>
        <a:bodyPr/>
        <a:lstStyle/>
        <a:p>
          <a:endParaRPr lang="en-US"/>
        </a:p>
      </dgm:t>
    </dgm:pt>
    <dgm:pt modelId="{C6516DE4-7DF1-48DA-B17B-BF11B42B9EDA}" type="sibTrans" cxnId="{3E0BA979-5CBF-46DD-90D4-3820FC307DD9}">
      <dgm:prSet/>
      <dgm:spPr/>
      <dgm:t>
        <a:bodyPr/>
        <a:lstStyle/>
        <a:p>
          <a:endParaRPr lang="en-US"/>
        </a:p>
      </dgm:t>
    </dgm:pt>
    <dgm:pt modelId="{E967BF77-EBBD-43B5-A8F0-C1361E07BF58}">
      <dgm:prSet/>
      <dgm:spPr/>
      <dgm:t>
        <a:bodyPr/>
        <a:lstStyle/>
        <a:p>
          <a:r>
            <a:rPr lang="en-US" b="0"/>
            <a:t>• Small improvements create a large positive impact</a:t>
          </a:r>
          <a:endParaRPr lang="en-US"/>
        </a:p>
      </dgm:t>
    </dgm:pt>
    <dgm:pt modelId="{289C7D90-48D9-4D4A-969E-56DF63A4BC57}" type="parTrans" cxnId="{ED9BE368-3E68-49B9-8620-9A7180406B5D}">
      <dgm:prSet/>
      <dgm:spPr/>
      <dgm:t>
        <a:bodyPr/>
        <a:lstStyle/>
        <a:p>
          <a:endParaRPr lang="en-US"/>
        </a:p>
      </dgm:t>
    </dgm:pt>
    <dgm:pt modelId="{F82AC3DB-5601-461B-8C33-B565CC6AE688}" type="sibTrans" cxnId="{ED9BE368-3E68-49B9-8620-9A7180406B5D}">
      <dgm:prSet/>
      <dgm:spPr/>
      <dgm:t>
        <a:bodyPr/>
        <a:lstStyle/>
        <a:p>
          <a:endParaRPr lang="en-US"/>
        </a:p>
      </dgm:t>
    </dgm:pt>
    <dgm:pt modelId="{7061C2F6-B8B2-4957-A004-572E7430F298}" type="pres">
      <dgm:prSet presAssocID="{43C96010-2FAB-4048-8D6E-0C977A433C52}" presName="vert0" presStyleCnt="0">
        <dgm:presLayoutVars>
          <dgm:dir/>
          <dgm:animOne val="branch"/>
          <dgm:animLvl val="lvl"/>
        </dgm:presLayoutVars>
      </dgm:prSet>
      <dgm:spPr/>
    </dgm:pt>
    <dgm:pt modelId="{958F2CBE-0BA3-4EE3-A38C-BF7DD139E81B}" type="pres">
      <dgm:prSet presAssocID="{DFD5EBE9-D5B2-4329-AC90-18582023A8AE}" presName="thickLine" presStyleLbl="alignNode1" presStyleIdx="0" presStyleCnt="5"/>
      <dgm:spPr/>
    </dgm:pt>
    <dgm:pt modelId="{2F229EF9-7EE4-41A9-B1CD-5C2840CCB015}" type="pres">
      <dgm:prSet presAssocID="{DFD5EBE9-D5B2-4329-AC90-18582023A8AE}" presName="horz1" presStyleCnt="0"/>
      <dgm:spPr/>
    </dgm:pt>
    <dgm:pt modelId="{CD306C10-1DB1-4550-993D-A9EC3855E7AE}" type="pres">
      <dgm:prSet presAssocID="{DFD5EBE9-D5B2-4329-AC90-18582023A8AE}" presName="tx1" presStyleLbl="revTx" presStyleIdx="0" presStyleCnt="5"/>
      <dgm:spPr/>
    </dgm:pt>
    <dgm:pt modelId="{4DD37CB2-D4C1-4164-AE53-51C5A1637F21}" type="pres">
      <dgm:prSet presAssocID="{DFD5EBE9-D5B2-4329-AC90-18582023A8AE}" presName="vert1" presStyleCnt="0"/>
      <dgm:spPr/>
    </dgm:pt>
    <dgm:pt modelId="{E3E1E874-543A-425F-A36D-BDCBF51FF752}" type="pres">
      <dgm:prSet presAssocID="{FD46146C-B0DE-4484-AC43-5DBABECF984C}" presName="thickLine" presStyleLbl="alignNode1" presStyleIdx="1" presStyleCnt="5"/>
      <dgm:spPr/>
    </dgm:pt>
    <dgm:pt modelId="{C9417749-47FC-4B4A-B623-CE03A41641A9}" type="pres">
      <dgm:prSet presAssocID="{FD46146C-B0DE-4484-AC43-5DBABECF984C}" presName="horz1" presStyleCnt="0"/>
      <dgm:spPr/>
    </dgm:pt>
    <dgm:pt modelId="{2D4814C5-8142-474E-A45C-FDB5BC98A656}" type="pres">
      <dgm:prSet presAssocID="{FD46146C-B0DE-4484-AC43-5DBABECF984C}" presName="tx1" presStyleLbl="revTx" presStyleIdx="1" presStyleCnt="5"/>
      <dgm:spPr/>
    </dgm:pt>
    <dgm:pt modelId="{F4B49BEA-56A0-4639-9B22-0380EADA9493}" type="pres">
      <dgm:prSet presAssocID="{FD46146C-B0DE-4484-AC43-5DBABECF984C}" presName="vert1" presStyleCnt="0"/>
      <dgm:spPr/>
    </dgm:pt>
    <dgm:pt modelId="{F4EA33D9-AF0C-4B36-B540-44E5015DD8E5}" type="pres">
      <dgm:prSet presAssocID="{769B65B0-762D-4593-BFA3-D1A7791EC6FA}" presName="thickLine" presStyleLbl="alignNode1" presStyleIdx="2" presStyleCnt="5"/>
      <dgm:spPr/>
    </dgm:pt>
    <dgm:pt modelId="{25F2A0A6-C9E7-4023-A70E-41EE8D72A581}" type="pres">
      <dgm:prSet presAssocID="{769B65B0-762D-4593-BFA3-D1A7791EC6FA}" presName="horz1" presStyleCnt="0"/>
      <dgm:spPr/>
    </dgm:pt>
    <dgm:pt modelId="{4C0FF094-073B-49DC-ADA9-8188A9F41C12}" type="pres">
      <dgm:prSet presAssocID="{769B65B0-762D-4593-BFA3-D1A7791EC6FA}" presName="tx1" presStyleLbl="revTx" presStyleIdx="2" presStyleCnt="5"/>
      <dgm:spPr/>
    </dgm:pt>
    <dgm:pt modelId="{22A21665-4085-401A-9C07-B18B664B0549}" type="pres">
      <dgm:prSet presAssocID="{769B65B0-762D-4593-BFA3-D1A7791EC6FA}" presName="vert1" presStyleCnt="0"/>
      <dgm:spPr/>
    </dgm:pt>
    <dgm:pt modelId="{A20841BC-4C99-45DE-96AA-73371E85EB35}" type="pres">
      <dgm:prSet presAssocID="{6B04F110-9C01-42A0-A840-31A4B61EB904}" presName="thickLine" presStyleLbl="alignNode1" presStyleIdx="3" presStyleCnt="5"/>
      <dgm:spPr/>
    </dgm:pt>
    <dgm:pt modelId="{EE76B3A7-EC76-4414-92A7-18C5659BECFF}" type="pres">
      <dgm:prSet presAssocID="{6B04F110-9C01-42A0-A840-31A4B61EB904}" presName="horz1" presStyleCnt="0"/>
      <dgm:spPr/>
    </dgm:pt>
    <dgm:pt modelId="{221D98EB-06C9-4E96-8647-188A7430F490}" type="pres">
      <dgm:prSet presAssocID="{6B04F110-9C01-42A0-A840-31A4B61EB904}" presName="tx1" presStyleLbl="revTx" presStyleIdx="3" presStyleCnt="5"/>
      <dgm:spPr/>
    </dgm:pt>
    <dgm:pt modelId="{652F7B62-D850-492A-A5DE-3104654F6110}" type="pres">
      <dgm:prSet presAssocID="{6B04F110-9C01-42A0-A840-31A4B61EB904}" presName="vert1" presStyleCnt="0"/>
      <dgm:spPr/>
    </dgm:pt>
    <dgm:pt modelId="{6E216120-8C1B-4A65-9851-8B1455365CC6}" type="pres">
      <dgm:prSet presAssocID="{E967BF77-EBBD-43B5-A8F0-C1361E07BF58}" presName="thickLine" presStyleLbl="alignNode1" presStyleIdx="4" presStyleCnt="5"/>
      <dgm:spPr/>
    </dgm:pt>
    <dgm:pt modelId="{F8D18AB8-4A0A-42DC-A2EF-16632B2BEE78}" type="pres">
      <dgm:prSet presAssocID="{E967BF77-EBBD-43B5-A8F0-C1361E07BF58}" presName="horz1" presStyleCnt="0"/>
      <dgm:spPr/>
    </dgm:pt>
    <dgm:pt modelId="{896071B8-D624-4F56-93AE-2025F729FC45}" type="pres">
      <dgm:prSet presAssocID="{E967BF77-EBBD-43B5-A8F0-C1361E07BF58}" presName="tx1" presStyleLbl="revTx" presStyleIdx="4" presStyleCnt="5"/>
      <dgm:spPr/>
    </dgm:pt>
    <dgm:pt modelId="{8880E600-C75E-40D7-8ACA-07B5F3A9666E}" type="pres">
      <dgm:prSet presAssocID="{E967BF77-EBBD-43B5-A8F0-C1361E07BF58}" presName="vert1" presStyleCnt="0"/>
      <dgm:spPr/>
    </dgm:pt>
  </dgm:ptLst>
  <dgm:cxnLst>
    <dgm:cxn modelId="{7DCE3B29-CB8C-4875-B9BD-5DCAA9CD1698}" srcId="{43C96010-2FAB-4048-8D6E-0C977A433C52}" destId="{FD46146C-B0DE-4484-AC43-5DBABECF984C}" srcOrd="1" destOrd="0" parTransId="{9E44C3CC-7065-4153-AE50-F63D26D844FA}" sibTransId="{7EFF949F-0A50-463E-A404-D6B9CE802588}"/>
    <dgm:cxn modelId="{B433B52A-7253-4575-83A0-868FFF2BE002}" type="presOf" srcId="{DFD5EBE9-D5B2-4329-AC90-18582023A8AE}" destId="{CD306C10-1DB1-4550-993D-A9EC3855E7AE}" srcOrd="0" destOrd="0" presId="urn:microsoft.com/office/officeart/2008/layout/LinedList"/>
    <dgm:cxn modelId="{4C73A52C-B720-4543-9F31-EC239B00AF0E}" type="presOf" srcId="{FD46146C-B0DE-4484-AC43-5DBABECF984C}" destId="{2D4814C5-8142-474E-A45C-FDB5BC98A656}" srcOrd="0" destOrd="0" presId="urn:microsoft.com/office/officeart/2008/layout/LinedList"/>
    <dgm:cxn modelId="{ED9BE368-3E68-49B9-8620-9A7180406B5D}" srcId="{43C96010-2FAB-4048-8D6E-0C977A433C52}" destId="{E967BF77-EBBD-43B5-A8F0-C1361E07BF58}" srcOrd="4" destOrd="0" parTransId="{289C7D90-48D9-4D4A-969E-56DF63A4BC57}" sibTransId="{F82AC3DB-5601-461B-8C33-B565CC6AE688}"/>
    <dgm:cxn modelId="{9CF33073-9786-4D5F-8605-1D3ECCE26C72}" type="presOf" srcId="{43C96010-2FAB-4048-8D6E-0C977A433C52}" destId="{7061C2F6-B8B2-4957-A004-572E7430F298}" srcOrd="0" destOrd="0" presId="urn:microsoft.com/office/officeart/2008/layout/LinedList"/>
    <dgm:cxn modelId="{3E0BA979-5CBF-46DD-90D4-3820FC307DD9}" srcId="{43C96010-2FAB-4048-8D6E-0C977A433C52}" destId="{6B04F110-9C01-42A0-A840-31A4B61EB904}" srcOrd="3" destOrd="0" parTransId="{EE4A4758-06C4-4C26-B3D6-31BEA91DD38A}" sibTransId="{C6516DE4-7DF1-48DA-B17B-BF11B42B9EDA}"/>
    <dgm:cxn modelId="{5221DCAC-D561-465F-87A8-71EFF654FF86}" type="presOf" srcId="{769B65B0-762D-4593-BFA3-D1A7791EC6FA}" destId="{4C0FF094-073B-49DC-ADA9-8188A9F41C12}" srcOrd="0" destOrd="0" presId="urn:microsoft.com/office/officeart/2008/layout/LinedList"/>
    <dgm:cxn modelId="{3DC256B1-AD44-4352-A875-23E14BD6DA0B}" type="presOf" srcId="{E967BF77-EBBD-43B5-A8F0-C1361E07BF58}" destId="{896071B8-D624-4F56-93AE-2025F729FC45}" srcOrd="0" destOrd="0" presId="urn:microsoft.com/office/officeart/2008/layout/LinedList"/>
    <dgm:cxn modelId="{D214C8C1-A7CF-4637-9A28-6970A7F215DE}" type="presOf" srcId="{6B04F110-9C01-42A0-A840-31A4B61EB904}" destId="{221D98EB-06C9-4E96-8647-188A7430F490}" srcOrd="0" destOrd="0" presId="urn:microsoft.com/office/officeart/2008/layout/LinedList"/>
    <dgm:cxn modelId="{A8D0B9E1-74E5-44DA-8BE4-3C7D2F887F6A}" srcId="{43C96010-2FAB-4048-8D6E-0C977A433C52}" destId="{DFD5EBE9-D5B2-4329-AC90-18582023A8AE}" srcOrd="0" destOrd="0" parTransId="{2DE2725C-B3A1-4B02-A4B3-83745DB175CA}" sibTransId="{1EB877FF-9FD2-4837-ABDC-9746311FA0F7}"/>
    <dgm:cxn modelId="{17378FF2-A4F7-42DC-8905-4DF45F146B4B}" srcId="{43C96010-2FAB-4048-8D6E-0C977A433C52}" destId="{769B65B0-762D-4593-BFA3-D1A7791EC6FA}" srcOrd="2" destOrd="0" parTransId="{C05C076D-6D17-4CA4-80ED-41DBFE896223}" sibTransId="{FDA899CE-33AF-4818-B448-AF988E1DEA7B}"/>
    <dgm:cxn modelId="{3CA01E5B-F98F-4095-B4EF-3F47BCFF1D56}" type="presParOf" srcId="{7061C2F6-B8B2-4957-A004-572E7430F298}" destId="{958F2CBE-0BA3-4EE3-A38C-BF7DD139E81B}" srcOrd="0" destOrd="0" presId="urn:microsoft.com/office/officeart/2008/layout/LinedList"/>
    <dgm:cxn modelId="{830E3F3A-073F-4C52-8E5D-7B57110E310F}" type="presParOf" srcId="{7061C2F6-B8B2-4957-A004-572E7430F298}" destId="{2F229EF9-7EE4-41A9-B1CD-5C2840CCB015}" srcOrd="1" destOrd="0" presId="urn:microsoft.com/office/officeart/2008/layout/LinedList"/>
    <dgm:cxn modelId="{5553A464-1A73-4D28-9779-D7044C56CCC7}" type="presParOf" srcId="{2F229EF9-7EE4-41A9-B1CD-5C2840CCB015}" destId="{CD306C10-1DB1-4550-993D-A9EC3855E7AE}" srcOrd="0" destOrd="0" presId="urn:microsoft.com/office/officeart/2008/layout/LinedList"/>
    <dgm:cxn modelId="{D8EA20BB-16A6-4C62-B58F-1C568ABADFAE}" type="presParOf" srcId="{2F229EF9-7EE4-41A9-B1CD-5C2840CCB015}" destId="{4DD37CB2-D4C1-4164-AE53-51C5A1637F21}" srcOrd="1" destOrd="0" presId="urn:microsoft.com/office/officeart/2008/layout/LinedList"/>
    <dgm:cxn modelId="{3ACBE3A8-E1A2-467D-ADAF-62E18C3183D9}" type="presParOf" srcId="{7061C2F6-B8B2-4957-A004-572E7430F298}" destId="{E3E1E874-543A-425F-A36D-BDCBF51FF752}" srcOrd="2" destOrd="0" presId="urn:microsoft.com/office/officeart/2008/layout/LinedList"/>
    <dgm:cxn modelId="{33DC7ABC-638B-40AA-A85C-AF12BE27DE03}" type="presParOf" srcId="{7061C2F6-B8B2-4957-A004-572E7430F298}" destId="{C9417749-47FC-4B4A-B623-CE03A41641A9}" srcOrd="3" destOrd="0" presId="urn:microsoft.com/office/officeart/2008/layout/LinedList"/>
    <dgm:cxn modelId="{E945E21F-4B0C-42CB-8E77-E4E2B7B94B13}" type="presParOf" srcId="{C9417749-47FC-4B4A-B623-CE03A41641A9}" destId="{2D4814C5-8142-474E-A45C-FDB5BC98A656}" srcOrd="0" destOrd="0" presId="urn:microsoft.com/office/officeart/2008/layout/LinedList"/>
    <dgm:cxn modelId="{0B1BB549-1F96-4FB0-9A48-696C65BC8D61}" type="presParOf" srcId="{C9417749-47FC-4B4A-B623-CE03A41641A9}" destId="{F4B49BEA-56A0-4639-9B22-0380EADA9493}" srcOrd="1" destOrd="0" presId="urn:microsoft.com/office/officeart/2008/layout/LinedList"/>
    <dgm:cxn modelId="{AAE36F63-43B4-4C11-85D5-ADC0EEF56EF9}" type="presParOf" srcId="{7061C2F6-B8B2-4957-A004-572E7430F298}" destId="{F4EA33D9-AF0C-4B36-B540-44E5015DD8E5}" srcOrd="4" destOrd="0" presId="urn:microsoft.com/office/officeart/2008/layout/LinedList"/>
    <dgm:cxn modelId="{F53DB483-261C-40ED-80CD-AD51000C2363}" type="presParOf" srcId="{7061C2F6-B8B2-4957-A004-572E7430F298}" destId="{25F2A0A6-C9E7-4023-A70E-41EE8D72A581}" srcOrd="5" destOrd="0" presId="urn:microsoft.com/office/officeart/2008/layout/LinedList"/>
    <dgm:cxn modelId="{7C2F00F5-955F-4811-8771-58230BDF7C21}" type="presParOf" srcId="{25F2A0A6-C9E7-4023-A70E-41EE8D72A581}" destId="{4C0FF094-073B-49DC-ADA9-8188A9F41C12}" srcOrd="0" destOrd="0" presId="urn:microsoft.com/office/officeart/2008/layout/LinedList"/>
    <dgm:cxn modelId="{E6030A5A-F37F-429E-A021-4C6327CAC023}" type="presParOf" srcId="{25F2A0A6-C9E7-4023-A70E-41EE8D72A581}" destId="{22A21665-4085-401A-9C07-B18B664B0549}" srcOrd="1" destOrd="0" presId="urn:microsoft.com/office/officeart/2008/layout/LinedList"/>
    <dgm:cxn modelId="{102D789F-F47B-45B0-BDBF-CB28068B1744}" type="presParOf" srcId="{7061C2F6-B8B2-4957-A004-572E7430F298}" destId="{A20841BC-4C99-45DE-96AA-73371E85EB35}" srcOrd="6" destOrd="0" presId="urn:microsoft.com/office/officeart/2008/layout/LinedList"/>
    <dgm:cxn modelId="{E312D6FF-7EB2-4263-9378-DC6D6EE2CC8F}" type="presParOf" srcId="{7061C2F6-B8B2-4957-A004-572E7430F298}" destId="{EE76B3A7-EC76-4414-92A7-18C5659BECFF}" srcOrd="7" destOrd="0" presId="urn:microsoft.com/office/officeart/2008/layout/LinedList"/>
    <dgm:cxn modelId="{39608BE4-BC11-4C0F-B3DE-BACFEDAF3F52}" type="presParOf" srcId="{EE76B3A7-EC76-4414-92A7-18C5659BECFF}" destId="{221D98EB-06C9-4E96-8647-188A7430F490}" srcOrd="0" destOrd="0" presId="urn:microsoft.com/office/officeart/2008/layout/LinedList"/>
    <dgm:cxn modelId="{D2D25615-B064-4478-B078-039BF99CA1BD}" type="presParOf" srcId="{EE76B3A7-EC76-4414-92A7-18C5659BECFF}" destId="{652F7B62-D850-492A-A5DE-3104654F6110}" srcOrd="1" destOrd="0" presId="urn:microsoft.com/office/officeart/2008/layout/LinedList"/>
    <dgm:cxn modelId="{D5F33FDE-621A-4F47-923B-8A5A02A8E233}" type="presParOf" srcId="{7061C2F6-B8B2-4957-A004-572E7430F298}" destId="{6E216120-8C1B-4A65-9851-8B1455365CC6}" srcOrd="8" destOrd="0" presId="urn:microsoft.com/office/officeart/2008/layout/LinedList"/>
    <dgm:cxn modelId="{F7CC5BFE-7267-42AA-8282-F134995EB429}" type="presParOf" srcId="{7061C2F6-B8B2-4957-A004-572E7430F298}" destId="{F8D18AB8-4A0A-42DC-A2EF-16632B2BEE78}" srcOrd="9" destOrd="0" presId="urn:microsoft.com/office/officeart/2008/layout/LinedList"/>
    <dgm:cxn modelId="{8A6315C4-771E-4CBC-BFC0-8FE1DA60B470}" type="presParOf" srcId="{F8D18AB8-4A0A-42DC-A2EF-16632B2BEE78}" destId="{896071B8-D624-4F56-93AE-2025F729FC45}" srcOrd="0" destOrd="0" presId="urn:microsoft.com/office/officeart/2008/layout/LinedList"/>
    <dgm:cxn modelId="{FE7C9F5C-FD8E-4B8D-9CDD-8A36AE71EE8F}" type="presParOf" srcId="{F8D18AB8-4A0A-42DC-A2EF-16632B2BEE78}" destId="{8880E600-C75E-40D7-8ACA-07B5F3A966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A70BD-8401-40E4-8895-C08AE30E3FEC}">
      <dsp:nvSpPr>
        <dsp:cNvPr id="0" name=""/>
        <dsp:cNvSpPr/>
      </dsp:nvSpPr>
      <dsp:spPr>
        <a:xfrm>
          <a:off x="0" y="135593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Compare hospitals across different domains</a:t>
          </a:r>
          <a:endParaRPr lang="en-US" sz="1800" kern="1200"/>
        </a:p>
      </dsp:txBody>
      <dsp:txXfrm>
        <a:off x="33412" y="169005"/>
        <a:ext cx="4368254" cy="617626"/>
      </dsp:txXfrm>
    </dsp:sp>
    <dsp:sp modelId="{940BC2CE-C582-4F9F-81D4-6B2B6B293AF9}">
      <dsp:nvSpPr>
        <dsp:cNvPr id="0" name=""/>
        <dsp:cNvSpPr/>
      </dsp:nvSpPr>
      <dsp:spPr>
        <a:xfrm>
          <a:off x="0" y="871883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-678595"/>
                <a:satOff val="2237"/>
                <a:lumOff val="239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678595"/>
                <a:satOff val="2237"/>
                <a:lumOff val="239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678595"/>
                <a:satOff val="2237"/>
                <a:lumOff val="239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Identify top and low performing hospitals</a:t>
          </a:r>
          <a:endParaRPr lang="en-US" sz="1800" kern="1200"/>
        </a:p>
      </dsp:txBody>
      <dsp:txXfrm>
        <a:off x="33412" y="905295"/>
        <a:ext cx="4368254" cy="617626"/>
      </dsp:txXfrm>
    </dsp:sp>
    <dsp:sp modelId="{615E3080-28DA-45A5-9275-C8CD2A1EE5F6}">
      <dsp:nvSpPr>
        <dsp:cNvPr id="0" name=""/>
        <dsp:cNvSpPr/>
      </dsp:nvSpPr>
      <dsp:spPr>
        <a:xfrm>
          <a:off x="0" y="1608173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-1357190"/>
                <a:satOff val="4474"/>
                <a:lumOff val="478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357190"/>
                <a:satOff val="4474"/>
                <a:lumOff val="478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357190"/>
                <a:satOff val="4474"/>
                <a:lumOff val="478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Analyze state wise healthcare quality</a:t>
          </a:r>
          <a:endParaRPr lang="en-US" sz="1800" kern="1200"/>
        </a:p>
      </dsp:txBody>
      <dsp:txXfrm>
        <a:off x="33412" y="1641585"/>
        <a:ext cx="4368254" cy="617626"/>
      </dsp:txXfrm>
    </dsp:sp>
    <dsp:sp modelId="{FEDA0301-033A-42FB-93E5-46ADFD6D918D}">
      <dsp:nvSpPr>
        <dsp:cNvPr id="0" name=""/>
        <dsp:cNvSpPr/>
      </dsp:nvSpPr>
      <dsp:spPr>
        <a:xfrm>
          <a:off x="0" y="2344464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-2035785"/>
                <a:satOff val="6711"/>
                <a:lumOff val="717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035785"/>
                <a:satOff val="6711"/>
                <a:lumOff val="717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035785"/>
                <a:satOff val="6711"/>
                <a:lumOff val="717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Understand ownership and hospital type impact</a:t>
          </a:r>
          <a:endParaRPr lang="en-US" sz="1800" kern="1200"/>
        </a:p>
      </dsp:txBody>
      <dsp:txXfrm>
        <a:off x="33412" y="2377876"/>
        <a:ext cx="4368254" cy="617626"/>
      </dsp:txXfrm>
    </dsp:sp>
    <dsp:sp modelId="{74FCF98D-A28A-4914-B363-14659F72E608}">
      <dsp:nvSpPr>
        <dsp:cNvPr id="0" name=""/>
        <dsp:cNvSpPr/>
      </dsp:nvSpPr>
      <dsp:spPr>
        <a:xfrm>
          <a:off x="0" y="3080754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-2714380"/>
                <a:satOff val="8948"/>
                <a:lumOff val="956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714380"/>
                <a:satOff val="8948"/>
                <a:lumOff val="956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714380"/>
                <a:satOff val="8948"/>
                <a:lumOff val="956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Detect areas needing improvement</a:t>
          </a:r>
          <a:endParaRPr lang="en-US" sz="1800" kern="1200"/>
        </a:p>
      </dsp:txBody>
      <dsp:txXfrm>
        <a:off x="33412" y="3114166"/>
        <a:ext cx="4368254" cy="617626"/>
      </dsp:txXfrm>
    </dsp:sp>
    <dsp:sp modelId="{AB8A5BB1-546C-4636-B318-9E66FD630D37}">
      <dsp:nvSpPr>
        <dsp:cNvPr id="0" name=""/>
        <dsp:cNvSpPr/>
      </dsp:nvSpPr>
      <dsp:spPr>
        <a:xfrm>
          <a:off x="0" y="3817044"/>
          <a:ext cx="4435078" cy="684450"/>
        </a:xfrm>
        <a:prstGeom prst="roundRect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Support data driven decision making</a:t>
          </a:r>
          <a:endParaRPr lang="en-US" sz="1800" kern="1200"/>
        </a:p>
      </dsp:txBody>
      <dsp:txXfrm>
        <a:off x="33412" y="3850456"/>
        <a:ext cx="4368254" cy="617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DB06D-1DA1-48B4-AA2C-40A932E8C643}">
      <dsp:nvSpPr>
        <dsp:cNvPr id="0" name=""/>
        <dsp:cNvSpPr/>
      </dsp:nvSpPr>
      <dsp:spPr>
        <a:xfrm>
          <a:off x="0" y="566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A87674-B2E5-4C48-8C42-3377E8867D6B}">
      <dsp:nvSpPr>
        <dsp:cNvPr id="0" name=""/>
        <dsp:cNvSpPr/>
      </dsp:nvSpPr>
      <dsp:spPr>
        <a:xfrm>
          <a:off x="0" y="566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Hospital Name</a:t>
          </a:r>
          <a:endParaRPr lang="en-US" sz="2200" kern="1200"/>
        </a:p>
      </dsp:txBody>
      <dsp:txXfrm>
        <a:off x="0" y="566"/>
        <a:ext cx="4435078" cy="463595"/>
      </dsp:txXfrm>
    </dsp:sp>
    <dsp:sp modelId="{2A05AE73-0923-4458-BB43-16561BF4F3A2}">
      <dsp:nvSpPr>
        <dsp:cNvPr id="0" name=""/>
        <dsp:cNvSpPr/>
      </dsp:nvSpPr>
      <dsp:spPr>
        <a:xfrm>
          <a:off x="0" y="464161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376997"/>
                <a:satOff val="1243"/>
                <a:lumOff val="132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76997"/>
                <a:satOff val="1243"/>
                <a:lumOff val="132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76997"/>
                <a:satOff val="1243"/>
                <a:lumOff val="132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76997"/>
              <a:satOff val="1243"/>
              <a:lumOff val="132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23FB9D-4CBD-4FBC-93DB-C32772FB174F}">
      <dsp:nvSpPr>
        <dsp:cNvPr id="0" name=""/>
        <dsp:cNvSpPr/>
      </dsp:nvSpPr>
      <dsp:spPr>
        <a:xfrm>
          <a:off x="0" y="464161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State</a:t>
          </a:r>
          <a:endParaRPr lang="en-US" sz="2200" kern="1200"/>
        </a:p>
      </dsp:txBody>
      <dsp:txXfrm>
        <a:off x="0" y="464161"/>
        <a:ext cx="4435078" cy="463595"/>
      </dsp:txXfrm>
    </dsp:sp>
    <dsp:sp modelId="{7D624A0E-F036-4F14-B494-5CC01E8ABB12}">
      <dsp:nvSpPr>
        <dsp:cNvPr id="0" name=""/>
        <dsp:cNvSpPr/>
      </dsp:nvSpPr>
      <dsp:spPr>
        <a:xfrm>
          <a:off x="0" y="927757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753995"/>
                <a:satOff val="2486"/>
                <a:lumOff val="2658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753995"/>
                <a:satOff val="2486"/>
                <a:lumOff val="2658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753995"/>
                <a:satOff val="2486"/>
                <a:lumOff val="2658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753995"/>
              <a:satOff val="2486"/>
              <a:lumOff val="265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528FD6-AB58-442A-88D7-4CA96718A416}">
      <dsp:nvSpPr>
        <dsp:cNvPr id="0" name=""/>
        <dsp:cNvSpPr/>
      </dsp:nvSpPr>
      <dsp:spPr>
        <a:xfrm>
          <a:off x="0" y="927757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Ownership Type</a:t>
          </a:r>
          <a:endParaRPr lang="en-US" sz="2200" kern="1200"/>
        </a:p>
      </dsp:txBody>
      <dsp:txXfrm>
        <a:off x="0" y="927757"/>
        <a:ext cx="4435078" cy="463595"/>
      </dsp:txXfrm>
    </dsp:sp>
    <dsp:sp modelId="{2AA4B08F-1758-4426-A99D-367737FDE9A8}">
      <dsp:nvSpPr>
        <dsp:cNvPr id="0" name=""/>
        <dsp:cNvSpPr/>
      </dsp:nvSpPr>
      <dsp:spPr>
        <a:xfrm>
          <a:off x="0" y="1391352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130992"/>
              <a:satOff val="3728"/>
              <a:lumOff val="398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E98D2A-FEA8-4D37-AAA4-F74C64194F7F}">
      <dsp:nvSpPr>
        <dsp:cNvPr id="0" name=""/>
        <dsp:cNvSpPr/>
      </dsp:nvSpPr>
      <dsp:spPr>
        <a:xfrm>
          <a:off x="0" y="1391352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Hospital Type</a:t>
          </a:r>
          <a:endParaRPr lang="en-US" sz="2200" kern="1200"/>
        </a:p>
      </dsp:txBody>
      <dsp:txXfrm>
        <a:off x="0" y="1391352"/>
        <a:ext cx="4435078" cy="463595"/>
      </dsp:txXfrm>
    </dsp:sp>
    <dsp:sp modelId="{D2947D39-8374-49AF-AB6B-41942AEDF934}">
      <dsp:nvSpPr>
        <dsp:cNvPr id="0" name=""/>
        <dsp:cNvSpPr/>
      </dsp:nvSpPr>
      <dsp:spPr>
        <a:xfrm>
          <a:off x="0" y="1854948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1507989"/>
                <a:satOff val="4971"/>
                <a:lumOff val="5316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507989"/>
                <a:satOff val="4971"/>
                <a:lumOff val="5316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507989"/>
                <a:satOff val="4971"/>
                <a:lumOff val="5316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507989"/>
              <a:satOff val="4971"/>
              <a:lumOff val="531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05FAE71-4464-42E7-9C6E-32E1980C4D73}">
      <dsp:nvSpPr>
        <dsp:cNvPr id="0" name=""/>
        <dsp:cNvSpPr/>
      </dsp:nvSpPr>
      <dsp:spPr>
        <a:xfrm>
          <a:off x="0" y="1854948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Emergency Services</a:t>
          </a:r>
          <a:endParaRPr lang="en-US" sz="2200" kern="1200"/>
        </a:p>
      </dsp:txBody>
      <dsp:txXfrm>
        <a:off x="0" y="1854948"/>
        <a:ext cx="4435078" cy="463595"/>
      </dsp:txXfrm>
    </dsp:sp>
    <dsp:sp modelId="{280A6F5B-279A-4B56-B478-792DB550BFCD}">
      <dsp:nvSpPr>
        <dsp:cNvPr id="0" name=""/>
        <dsp:cNvSpPr/>
      </dsp:nvSpPr>
      <dsp:spPr>
        <a:xfrm>
          <a:off x="0" y="2318544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1884986"/>
                <a:satOff val="6214"/>
                <a:lumOff val="664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884986"/>
                <a:satOff val="6214"/>
                <a:lumOff val="664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884986"/>
                <a:satOff val="6214"/>
                <a:lumOff val="664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884986"/>
              <a:satOff val="6214"/>
              <a:lumOff val="664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494ACA-BA2F-4B36-88F1-EEF8B439A28B}">
      <dsp:nvSpPr>
        <dsp:cNvPr id="0" name=""/>
        <dsp:cNvSpPr/>
      </dsp:nvSpPr>
      <dsp:spPr>
        <a:xfrm>
          <a:off x="0" y="2318544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Overall Rating</a:t>
          </a:r>
          <a:endParaRPr lang="en-US" sz="2200" kern="1200"/>
        </a:p>
      </dsp:txBody>
      <dsp:txXfrm>
        <a:off x="0" y="2318544"/>
        <a:ext cx="4435078" cy="463595"/>
      </dsp:txXfrm>
    </dsp:sp>
    <dsp:sp modelId="{F6057946-3CB9-490F-BC49-120011AFFBE0}">
      <dsp:nvSpPr>
        <dsp:cNvPr id="0" name=""/>
        <dsp:cNvSpPr/>
      </dsp:nvSpPr>
      <dsp:spPr>
        <a:xfrm>
          <a:off x="0" y="2782139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261984"/>
              <a:satOff val="7457"/>
              <a:lumOff val="79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466E20-A20C-4981-B5C0-08D350A0C365}">
      <dsp:nvSpPr>
        <dsp:cNvPr id="0" name=""/>
        <dsp:cNvSpPr/>
      </dsp:nvSpPr>
      <dsp:spPr>
        <a:xfrm>
          <a:off x="0" y="2782139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Mortality Score</a:t>
          </a:r>
          <a:endParaRPr lang="en-US" sz="2200" kern="1200"/>
        </a:p>
      </dsp:txBody>
      <dsp:txXfrm>
        <a:off x="0" y="2782139"/>
        <a:ext cx="4435078" cy="463595"/>
      </dsp:txXfrm>
    </dsp:sp>
    <dsp:sp modelId="{8D7CF30B-AF73-4B98-9676-AACD7A5386A3}">
      <dsp:nvSpPr>
        <dsp:cNvPr id="0" name=""/>
        <dsp:cNvSpPr/>
      </dsp:nvSpPr>
      <dsp:spPr>
        <a:xfrm>
          <a:off x="0" y="3245735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2638981"/>
                <a:satOff val="8699"/>
                <a:lumOff val="9303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638981"/>
                <a:satOff val="8699"/>
                <a:lumOff val="9303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638981"/>
                <a:satOff val="8699"/>
                <a:lumOff val="9303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2638981"/>
              <a:satOff val="8699"/>
              <a:lumOff val="930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B3AAF2-3239-459A-91D1-B3F8FC69AADC}">
      <dsp:nvSpPr>
        <dsp:cNvPr id="0" name=""/>
        <dsp:cNvSpPr/>
      </dsp:nvSpPr>
      <dsp:spPr>
        <a:xfrm>
          <a:off x="0" y="3245735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Safety Score</a:t>
          </a:r>
          <a:endParaRPr lang="en-US" sz="2200" kern="1200"/>
        </a:p>
      </dsp:txBody>
      <dsp:txXfrm>
        <a:off x="0" y="3245735"/>
        <a:ext cx="4435078" cy="463595"/>
      </dsp:txXfrm>
    </dsp:sp>
    <dsp:sp modelId="{BD848C8A-6426-40D1-81D5-98469B4E1009}">
      <dsp:nvSpPr>
        <dsp:cNvPr id="0" name=""/>
        <dsp:cNvSpPr/>
      </dsp:nvSpPr>
      <dsp:spPr>
        <a:xfrm>
          <a:off x="0" y="3709330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3015978"/>
                <a:satOff val="9942"/>
                <a:lumOff val="10632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015978"/>
                <a:satOff val="9942"/>
                <a:lumOff val="10632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015978"/>
                <a:satOff val="9942"/>
                <a:lumOff val="10632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015978"/>
              <a:satOff val="9942"/>
              <a:lumOff val="1063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6E757F9-5411-4788-8233-9B823B191BE3}">
      <dsp:nvSpPr>
        <dsp:cNvPr id="0" name=""/>
        <dsp:cNvSpPr/>
      </dsp:nvSpPr>
      <dsp:spPr>
        <a:xfrm>
          <a:off x="0" y="3709330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Readmission Score</a:t>
          </a:r>
          <a:endParaRPr lang="en-US" sz="2200" kern="1200"/>
        </a:p>
      </dsp:txBody>
      <dsp:txXfrm>
        <a:off x="0" y="3709330"/>
        <a:ext cx="4435078" cy="463595"/>
      </dsp:txXfrm>
    </dsp:sp>
    <dsp:sp modelId="{40FCAC79-2DAA-4169-81E2-F664C69E0C7D}">
      <dsp:nvSpPr>
        <dsp:cNvPr id="0" name=""/>
        <dsp:cNvSpPr/>
      </dsp:nvSpPr>
      <dsp:spPr>
        <a:xfrm>
          <a:off x="0" y="4172926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D544A38-401F-401E-85D7-160F0E0E486E}">
      <dsp:nvSpPr>
        <dsp:cNvPr id="0" name=""/>
        <dsp:cNvSpPr/>
      </dsp:nvSpPr>
      <dsp:spPr>
        <a:xfrm>
          <a:off x="0" y="4172926"/>
          <a:ext cx="4435078" cy="4635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/>
            <a:t>• Patient Experience Score</a:t>
          </a:r>
          <a:endParaRPr lang="en-US" sz="2200" kern="1200"/>
        </a:p>
      </dsp:txBody>
      <dsp:txXfrm>
        <a:off x="0" y="4172926"/>
        <a:ext cx="4435078" cy="4635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50458-EE73-40A0-83A1-3CB749BA0388}">
      <dsp:nvSpPr>
        <dsp:cNvPr id="0" name=""/>
        <dsp:cNvSpPr/>
      </dsp:nvSpPr>
      <dsp:spPr>
        <a:xfrm>
          <a:off x="1899557" y="892613"/>
          <a:ext cx="4055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555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91430" y="936152"/>
        <a:ext cx="21807" cy="4361"/>
      </dsp:txXfrm>
    </dsp:sp>
    <dsp:sp modelId="{14570C5D-DDF9-4ADC-B9A6-8805A825838D}">
      <dsp:nvSpPr>
        <dsp:cNvPr id="0" name=""/>
        <dsp:cNvSpPr/>
      </dsp:nvSpPr>
      <dsp:spPr>
        <a:xfrm>
          <a:off x="5037" y="369437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Removed duplicate records</a:t>
          </a:r>
          <a:endParaRPr lang="en-US" sz="1700" kern="1200"/>
        </a:p>
      </dsp:txBody>
      <dsp:txXfrm>
        <a:off x="5037" y="369437"/>
        <a:ext cx="1896320" cy="1137792"/>
      </dsp:txXfrm>
    </dsp:sp>
    <dsp:sp modelId="{52FB04D6-00FA-4B34-84EA-A3D3638BB3D3}">
      <dsp:nvSpPr>
        <dsp:cNvPr id="0" name=""/>
        <dsp:cNvSpPr/>
      </dsp:nvSpPr>
      <dsp:spPr>
        <a:xfrm>
          <a:off x="4232031" y="892613"/>
          <a:ext cx="4055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555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23904" y="936152"/>
        <a:ext cx="21807" cy="4361"/>
      </dsp:txXfrm>
    </dsp:sp>
    <dsp:sp modelId="{A37E4637-07D8-4F19-B9C6-A60857458F60}">
      <dsp:nvSpPr>
        <dsp:cNvPr id="0" name=""/>
        <dsp:cNvSpPr/>
      </dsp:nvSpPr>
      <dsp:spPr>
        <a:xfrm>
          <a:off x="2337511" y="369437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Handled missing values</a:t>
          </a:r>
          <a:endParaRPr lang="en-US" sz="1700" kern="1200"/>
        </a:p>
      </dsp:txBody>
      <dsp:txXfrm>
        <a:off x="2337511" y="369437"/>
        <a:ext cx="1896320" cy="1137792"/>
      </dsp:txXfrm>
    </dsp:sp>
    <dsp:sp modelId="{59D03325-3A20-4856-BF79-02E9CF60A407}">
      <dsp:nvSpPr>
        <dsp:cNvPr id="0" name=""/>
        <dsp:cNvSpPr/>
      </dsp:nvSpPr>
      <dsp:spPr>
        <a:xfrm>
          <a:off x="953197" y="1505429"/>
          <a:ext cx="4664947" cy="405553"/>
        </a:xfrm>
        <a:custGeom>
          <a:avLst/>
          <a:gdLst/>
          <a:ahLst/>
          <a:cxnLst/>
          <a:rect l="0" t="0" r="0" b="0"/>
          <a:pathLst>
            <a:path>
              <a:moveTo>
                <a:pt x="4664947" y="0"/>
              </a:moveTo>
              <a:lnTo>
                <a:pt x="4664947" y="219876"/>
              </a:lnTo>
              <a:lnTo>
                <a:pt x="0" y="219876"/>
              </a:lnTo>
              <a:lnTo>
                <a:pt x="0" y="40555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68539" y="1706025"/>
        <a:ext cx="234264" cy="4361"/>
      </dsp:txXfrm>
    </dsp:sp>
    <dsp:sp modelId="{5C5C913F-EA20-4387-9343-7585DAEF0EA4}">
      <dsp:nvSpPr>
        <dsp:cNvPr id="0" name=""/>
        <dsp:cNvSpPr/>
      </dsp:nvSpPr>
      <dsp:spPr>
        <a:xfrm>
          <a:off x="4669985" y="369437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Standardized state and hospital names</a:t>
          </a:r>
          <a:endParaRPr lang="en-US" sz="1700" kern="1200"/>
        </a:p>
      </dsp:txBody>
      <dsp:txXfrm>
        <a:off x="4669985" y="369437"/>
        <a:ext cx="1896320" cy="1137792"/>
      </dsp:txXfrm>
    </dsp:sp>
    <dsp:sp modelId="{4BB52C11-AD50-4358-9504-F194DA242DEE}">
      <dsp:nvSpPr>
        <dsp:cNvPr id="0" name=""/>
        <dsp:cNvSpPr/>
      </dsp:nvSpPr>
      <dsp:spPr>
        <a:xfrm>
          <a:off x="1899557" y="2466559"/>
          <a:ext cx="4055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555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91430" y="2510098"/>
        <a:ext cx="21807" cy="4361"/>
      </dsp:txXfrm>
    </dsp:sp>
    <dsp:sp modelId="{D2F0D73C-D25C-4AD6-94E5-7B38C88E88E5}">
      <dsp:nvSpPr>
        <dsp:cNvPr id="0" name=""/>
        <dsp:cNvSpPr/>
      </dsp:nvSpPr>
      <dsp:spPr>
        <a:xfrm>
          <a:off x="5037" y="1943383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Converted columns into correct data types</a:t>
          </a:r>
          <a:endParaRPr lang="en-US" sz="1700" kern="1200"/>
        </a:p>
      </dsp:txBody>
      <dsp:txXfrm>
        <a:off x="5037" y="1943383"/>
        <a:ext cx="1896320" cy="1137792"/>
      </dsp:txXfrm>
    </dsp:sp>
    <dsp:sp modelId="{BB508535-8291-4062-9F20-F13040B88BAA}">
      <dsp:nvSpPr>
        <dsp:cNvPr id="0" name=""/>
        <dsp:cNvSpPr/>
      </dsp:nvSpPr>
      <dsp:spPr>
        <a:xfrm>
          <a:off x="4232031" y="2466559"/>
          <a:ext cx="4055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0555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23904" y="2510098"/>
        <a:ext cx="21807" cy="4361"/>
      </dsp:txXfrm>
    </dsp:sp>
    <dsp:sp modelId="{58FC5879-D35F-45C2-A82B-30D14527A247}">
      <dsp:nvSpPr>
        <dsp:cNvPr id="0" name=""/>
        <dsp:cNvSpPr/>
      </dsp:nvSpPr>
      <dsp:spPr>
        <a:xfrm>
          <a:off x="2337511" y="1943383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Checked relationships between tables</a:t>
          </a:r>
          <a:endParaRPr lang="en-US" sz="1700" kern="1200"/>
        </a:p>
      </dsp:txBody>
      <dsp:txXfrm>
        <a:off x="2337511" y="1943383"/>
        <a:ext cx="1896320" cy="1137792"/>
      </dsp:txXfrm>
    </dsp:sp>
    <dsp:sp modelId="{324DEB2E-0E17-48C1-80C1-1F40E890E244}">
      <dsp:nvSpPr>
        <dsp:cNvPr id="0" name=""/>
        <dsp:cNvSpPr/>
      </dsp:nvSpPr>
      <dsp:spPr>
        <a:xfrm>
          <a:off x="4669985" y="1943383"/>
          <a:ext cx="1896320" cy="11377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921" tIns="97537" rIns="92921" bIns="975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/>
            <a:t>• Created calculated columns and measures</a:t>
          </a:r>
          <a:endParaRPr lang="en-US" sz="1700" kern="1200"/>
        </a:p>
      </dsp:txBody>
      <dsp:txXfrm>
        <a:off x="4669985" y="1943383"/>
        <a:ext cx="1896320" cy="11377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65CCCF-3A0A-4670-8152-AE8A65D4A580}">
      <dsp:nvSpPr>
        <dsp:cNvPr id="0" name=""/>
        <dsp:cNvSpPr/>
      </dsp:nvSpPr>
      <dsp:spPr>
        <a:xfrm>
          <a:off x="721330" y="260291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C7FB6-D91C-4B0C-B493-42139CAB6EB5}">
      <dsp:nvSpPr>
        <dsp:cNvPr id="0" name=""/>
        <dsp:cNvSpPr/>
      </dsp:nvSpPr>
      <dsp:spPr>
        <a:xfrm>
          <a:off x="366516" y="1047933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The dashboard follows a star schema model.</a:t>
          </a:r>
          <a:endParaRPr lang="en-US" sz="1100" kern="1200"/>
        </a:p>
      </dsp:txBody>
      <dsp:txXfrm>
        <a:off x="366516" y="1047933"/>
        <a:ext cx="1290234" cy="516093"/>
      </dsp:txXfrm>
    </dsp:sp>
    <dsp:sp modelId="{9CA38ACA-0299-4481-8516-137EA06A89EB}">
      <dsp:nvSpPr>
        <dsp:cNvPr id="0" name=""/>
        <dsp:cNvSpPr/>
      </dsp:nvSpPr>
      <dsp:spPr>
        <a:xfrm>
          <a:off x="2237356" y="260291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CC3D7-3952-4E35-88EA-B73CF1860ED0}">
      <dsp:nvSpPr>
        <dsp:cNvPr id="0" name=""/>
        <dsp:cNvSpPr/>
      </dsp:nvSpPr>
      <dsp:spPr>
        <a:xfrm>
          <a:off x="1882541" y="1047933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Main tables used:</a:t>
          </a:r>
          <a:endParaRPr lang="en-US" sz="1100" kern="1200"/>
        </a:p>
      </dsp:txBody>
      <dsp:txXfrm>
        <a:off x="1882541" y="1047933"/>
        <a:ext cx="1290234" cy="516093"/>
      </dsp:txXfrm>
    </dsp:sp>
    <dsp:sp modelId="{F7551563-ABA1-452C-A262-23D0B6479B4C}">
      <dsp:nvSpPr>
        <dsp:cNvPr id="0" name=""/>
        <dsp:cNvSpPr/>
      </dsp:nvSpPr>
      <dsp:spPr>
        <a:xfrm>
          <a:off x="3753381" y="260291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8AA80-0558-40A6-AD3A-97CA69F74EEF}">
      <dsp:nvSpPr>
        <dsp:cNvPr id="0" name=""/>
        <dsp:cNvSpPr/>
      </dsp:nvSpPr>
      <dsp:spPr>
        <a:xfrm>
          <a:off x="3398567" y="1047933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Hospital Table</a:t>
          </a:r>
          <a:endParaRPr lang="en-US" sz="1100" kern="1200"/>
        </a:p>
      </dsp:txBody>
      <dsp:txXfrm>
        <a:off x="3398567" y="1047933"/>
        <a:ext cx="1290234" cy="516093"/>
      </dsp:txXfrm>
    </dsp:sp>
    <dsp:sp modelId="{8AB3F32F-E853-4138-9130-6E93D87054D6}">
      <dsp:nvSpPr>
        <dsp:cNvPr id="0" name=""/>
        <dsp:cNvSpPr/>
      </dsp:nvSpPr>
      <dsp:spPr>
        <a:xfrm>
          <a:off x="5269406" y="260291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ACB59F-9E25-4983-9364-BE9812E68BE9}">
      <dsp:nvSpPr>
        <dsp:cNvPr id="0" name=""/>
        <dsp:cNvSpPr/>
      </dsp:nvSpPr>
      <dsp:spPr>
        <a:xfrm>
          <a:off x="4914592" y="1047933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Fact Performance Table</a:t>
          </a:r>
          <a:endParaRPr lang="en-US" sz="1100" kern="1200"/>
        </a:p>
      </dsp:txBody>
      <dsp:txXfrm>
        <a:off x="4914592" y="1047933"/>
        <a:ext cx="1290234" cy="516093"/>
      </dsp:txXfrm>
    </dsp:sp>
    <dsp:sp modelId="{0192E402-E346-428B-B5BB-70C6EC05B741}">
      <dsp:nvSpPr>
        <dsp:cNvPr id="0" name=""/>
        <dsp:cNvSpPr/>
      </dsp:nvSpPr>
      <dsp:spPr>
        <a:xfrm>
          <a:off x="1479343" y="1886585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70618-AA5B-4538-9926-8C8EA44CE983}">
      <dsp:nvSpPr>
        <dsp:cNvPr id="0" name=""/>
        <dsp:cNvSpPr/>
      </dsp:nvSpPr>
      <dsp:spPr>
        <a:xfrm>
          <a:off x="1124528" y="2674228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State Table</a:t>
          </a:r>
          <a:endParaRPr lang="en-US" sz="1100" kern="1200"/>
        </a:p>
      </dsp:txBody>
      <dsp:txXfrm>
        <a:off x="1124528" y="2674228"/>
        <a:ext cx="1290234" cy="516093"/>
      </dsp:txXfrm>
    </dsp:sp>
    <dsp:sp modelId="{CA4AF2B4-E703-4C6F-A146-EE51405D36EE}">
      <dsp:nvSpPr>
        <dsp:cNvPr id="0" name=""/>
        <dsp:cNvSpPr/>
      </dsp:nvSpPr>
      <dsp:spPr>
        <a:xfrm>
          <a:off x="2995368" y="1886585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1F2C6-FC6E-4D82-BF8E-4FC09A0A311B}">
      <dsp:nvSpPr>
        <dsp:cNvPr id="0" name=""/>
        <dsp:cNvSpPr/>
      </dsp:nvSpPr>
      <dsp:spPr>
        <a:xfrm>
          <a:off x="2640554" y="2674228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Ownership Table</a:t>
          </a:r>
          <a:endParaRPr lang="en-US" sz="1100" kern="1200"/>
        </a:p>
      </dsp:txBody>
      <dsp:txXfrm>
        <a:off x="2640554" y="2674228"/>
        <a:ext cx="1290234" cy="516093"/>
      </dsp:txXfrm>
    </dsp:sp>
    <dsp:sp modelId="{87C97479-7154-49AB-A7BA-10DE68E8BB50}">
      <dsp:nvSpPr>
        <dsp:cNvPr id="0" name=""/>
        <dsp:cNvSpPr/>
      </dsp:nvSpPr>
      <dsp:spPr>
        <a:xfrm>
          <a:off x="4511394" y="1886585"/>
          <a:ext cx="580605" cy="5806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E2AF3-2BC8-489E-A0A3-0A5824E9EA9F}">
      <dsp:nvSpPr>
        <dsp:cNvPr id="0" name=""/>
        <dsp:cNvSpPr/>
      </dsp:nvSpPr>
      <dsp:spPr>
        <a:xfrm>
          <a:off x="4156579" y="2674228"/>
          <a:ext cx="1290234" cy="51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• Hospital Type Table</a:t>
          </a:r>
          <a:endParaRPr lang="en-US" sz="1100" kern="1200"/>
        </a:p>
      </dsp:txBody>
      <dsp:txXfrm>
        <a:off x="4156579" y="2674228"/>
        <a:ext cx="1290234" cy="5160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C671B0-A515-4B78-9029-BB367692529B}">
      <dsp:nvSpPr>
        <dsp:cNvPr id="0" name=""/>
        <dsp:cNvSpPr/>
      </dsp:nvSpPr>
      <dsp:spPr>
        <a:xfrm>
          <a:off x="528787" y="2254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Total Hospitals</a:t>
          </a:r>
          <a:endParaRPr lang="en-US" sz="1800" kern="1200"/>
        </a:p>
      </dsp:txBody>
      <dsp:txXfrm>
        <a:off x="528787" y="2254"/>
        <a:ext cx="1723052" cy="1033831"/>
      </dsp:txXfrm>
    </dsp:sp>
    <dsp:sp modelId="{EA8704F0-C63B-4F89-91C6-1517267AA58B}">
      <dsp:nvSpPr>
        <dsp:cNvPr id="0" name=""/>
        <dsp:cNvSpPr/>
      </dsp:nvSpPr>
      <dsp:spPr>
        <a:xfrm>
          <a:off x="2424145" y="2254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Average Overall Rating</a:t>
          </a:r>
          <a:endParaRPr lang="en-US" sz="1800" kern="1200"/>
        </a:p>
      </dsp:txBody>
      <dsp:txXfrm>
        <a:off x="2424145" y="2254"/>
        <a:ext cx="1723052" cy="1033831"/>
      </dsp:txXfrm>
    </dsp:sp>
    <dsp:sp modelId="{8AC92718-9791-4B88-AC55-41C7DDCE4FA0}">
      <dsp:nvSpPr>
        <dsp:cNvPr id="0" name=""/>
        <dsp:cNvSpPr/>
      </dsp:nvSpPr>
      <dsp:spPr>
        <a:xfrm>
          <a:off x="4319502" y="2254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Better Performance Count</a:t>
          </a:r>
          <a:endParaRPr lang="en-US" sz="1800" kern="1200"/>
        </a:p>
      </dsp:txBody>
      <dsp:txXfrm>
        <a:off x="4319502" y="2254"/>
        <a:ext cx="1723052" cy="1033831"/>
      </dsp:txXfrm>
    </dsp:sp>
    <dsp:sp modelId="{544327C6-E638-4ED0-9854-D1DA7DC8EF88}">
      <dsp:nvSpPr>
        <dsp:cNvPr id="0" name=""/>
        <dsp:cNvSpPr/>
      </dsp:nvSpPr>
      <dsp:spPr>
        <a:xfrm>
          <a:off x="528787" y="1208390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Worse Performance Count</a:t>
          </a:r>
          <a:endParaRPr lang="en-US" sz="1800" kern="1200"/>
        </a:p>
      </dsp:txBody>
      <dsp:txXfrm>
        <a:off x="528787" y="1208390"/>
        <a:ext cx="1723052" cy="1033831"/>
      </dsp:txXfrm>
    </dsp:sp>
    <dsp:sp modelId="{A33A405D-8680-408E-9BAA-9277109DA5E5}">
      <dsp:nvSpPr>
        <dsp:cNvPr id="0" name=""/>
        <dsp:cNvSpPr/>
      </dsp:nvSpPr>
      <dsp:spPr>
        <a:xfrm>
          <a:off x="2424145" y="1208390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Average Mortality Score</a:t>
          </a:r>
          <a:endParaRPr lang="en-US" sz="1800" kern="1200"/>
        </a:p>
      </dsp:txBody>
      <dsp:txXfrm>
        <a:off x="2424145" y="1208390"/>
        <a:ext cx="1723052" cy="1033831"/>
      </dsp:txXfrm>
    </dsp:sp>
    <dsp:sp modelId="{450F1457-2AA0-4AC4-B055-07260CB7EED5}">
      <dsp:nvSpPr>
        <dsp:cNvPr id="0" name=""/>
        <dsp:cNvSpPr/>
      </dsp:nvSpPr>
      <dsp:spPr>
        <a:xfrm>
          <a:off x="4319502" y="1208390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Average Safety Score</a:t>
          </a:r>
          <a:endParaRPr lang="en-US" sz="1800" kern="1200"/>
        </a:p>
      </dsp:txBody>
      <dsp:txXfrm>
        <a:off x="4319502" y="1208390"/>
        <a:ext cx="1723052" cy="1033831"/>
      </dsp:txXfrm>
    </dsp:sp>
    <dsp:sp modelId="{163DB012-3FE9-4A9C-9C6C-EFDCDC3DD3B3}">
      <dsp:nvSpPr>
        <dsp:cNvPr id="0" name=""/>
        <dsp:cNvSpPr/>
      </dsp:nvSpPr>
      <dsp:spPr>
        <a:xfrm>
          <a:off x="1476466" y="2414527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Average Readmission Score</a:t>
          </a:r>
          <a:endParaRPr lang="en-US" sz="1800" kern="1200"/>
        </a:p>
      </dsp:txBody>
      <dsp:txXfrm>
        <a:off x="1476466" y="2414527"/>
        <a:ext cx="1723052" cy="1033831"/>
      </dsp:txXfrm>
    </dsp:sp>
    <dsp:sp modelId="{0AA9344D-CA4F-4BAC-8250-CDE96120A10C}">
      <dsp:nvSpPr>
        <dsp:cNvPr id="0" name=""/>
        <dsp:cNvSpPr/>
      </dsp:nvSpPr>
      <dsp:spPr>
        <a:xfrm>
          <a:off x="3371824" y="2414527"/>
          <a:ext cx="1723052" cy="10338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Average Patient Experience Score</a:t>
          </a:r>
          <a:endParaRPr lang="en-US" sz="1800" kern="1200"/>
        </a:p>
      </dsp:txBody>
      <dsp:txXfrm>
        <a:off x="3371824" y="2414527"/>
        <a:ext cx="1723052" cy="10338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365F4-CDB5-4512-A7A0-5C083576DE97}">
      <dsp:nvSpPr>
        <dsp:cNvPr id="0" name=""/>
        <dsp:cNvSpPr/>
      </dsp:nvSpPr>
      <dsp:spPr>
        <a:xfrm>
          <a:off x="0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2A1CB3-5F28-4EBA-8F96-0BE77DEE6873}">
      <dsp:nvSpPr>
        <dsp:cNvPr id="0" name=""/>
        <dsp:cNvSpPr/>
      </dsp:nvSpPr>
      <dsp:spPr>
        <a:xfrm>
          <a:off x="225102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• Most hospitals fall under average or mid level performance categories</a:t>
          </a:r>
          <a:endParaRPr lang="en-US" sz="1600" kern="1200"/>
        </a:p>
      </dsp:txBody>
      <dsp:txXfrm>
        <a:off x="262781" y="1163619"/>
        <a:ext cx="1950564" cy="1211102"/>
      </dsp:txXfrm>
    </dsp:sp>
    <dsp:sp modelId="{2E4F7532-A851-42E4-A9CE-0563C314858F}">
      <dsp:nvSpPr>
        <dsp:cNvPr id="0" name=""/>
        <dsp:cNvSpPr/>
      </dsp:nvSpPr>
      <dsp:spPr>
        <a:xfrm>
          <a:off x="2476127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5737E8-8122-4A4C-8735-51836AE398E9}">
      <dsp:nvSpPr>
        <dsp:cNvPr id="0" name=""/>
        <dsp:cNvSpPr/>
      </dsp:nvSpPr>
      <dsp:spPr>
        <a:xfrm>
          <a:off x="2701230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• Very few hospitals have excellent ratings</a:t>
          </a:r>
          <a:endParaRPr lang="en-US" sz="1600" kern="1200"/>
        </a:p>
      </dsp:txBody>
      <dsp:txXfrm>
        <a:off x="2738909" y="1163619"/>
        <a:ext cx="1950564" cy="1211102"/>
      </dsp:txXfrm>
    </dsp:sp>
    <dsp:sp modelId="{89D12B65-8265-4BC4-B1D3-43C122739B95}">
      <dsp:nvSpPr>
        <dsp:cNvPr id="0" name=""/>
        <dsp:cNvSpPr/>
      </dsp:nvSpPr>
      <dsp:spPr>
        <a:xfrm>
          <a:off x="4952255" y="912092"/>
          <a:ext cx="2025922" cy="12864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CD73D4-A911-43A8-B5F6-B23305347B3F}">
      <dsp:nvSpPr>
        <dsp:cNvPr id="0" name=""/>
        <dsp:cNvSpPr/>
      </dsp:nvSpPr>
      <dsp:spPr>
        <a:xfrm>
          <a:off x="5177358" y="1125940"/>
          <a:ext cx="2025922" cy="12864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• Some hospitals have poor ratings and need improvement</a:t>
          </a:r>
          <a:endParaRPr lang="en-US" sz="1600" kern="1200"/>
        </a:p>
      </dsp:txBody>
      <dsp:txXfrm>
        <a:off x="5215037" y="1163619"/>
        <a:ext cx="1950564" cy="12111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C4D91-92F7-4AF5-8EE5-234132B9F8DE}">
      <dsp:nvSpPr>
        <dsp:cNvPr id="0" name=""/>
        <dsp:cNvSpPr/>
      </dsp:nvSpPr>
      <dsp:spPr>
        <a:xfrm>
          <a:off x="0" y="23046"/>
          <a:ext cx="6571343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• Some states have more better performing hospitals</a:t>
          </a:r>
          <a:endParaRPr lang="en-US" sz="2800" kern="1200"/>
        </a:p>
      </dsp:txBody>
      <dsp:txXfrm>
        <a:off x="52774" y="75820"/>
        <a:ext cx="6465795" cy="975532"/>
      </dsp:txXfrm>
    </dsp:sp>
    <dsp:sp modelId="{452A889B-C71C-4541-8D67-76CFC46F80B4}">
      <dsp:nvSpPr>
        <dsp:cNvPr id="0" name=""/>
        <dsp:cNvSpPr/>
      </dsp:nvSpPr>
      <dsp:spPr>
        <a:xfrm>
          <a:off x="0" y="1184766"/>
          <a:ext cx="6571343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• Other states have more poor performing hospitals</a:t>
          </a:r>
          <a:endParaRPr lang="en-US" sz="2800" kern="1200"/>
        </a:p>
      </dsp:txBody>
      <dsp:txXfrm>
        <a:off x="52774" y="1237540"/>
        <a:ext cx="6465795" cy="975532"/>
      </dsp:txXfrm>
    </dsp:sp>
    <dsp:sp modelId="{9DC67AE1-9127-4394-97DA-AEC091AD42EE}">
      <dsp:nvSpPr>
        <dsp:cNvPr id="0" name=""/>
        <dsp:cNvSpPr/>
      </dsp:nvSpPr>
      <dsp:spPr>
        <a:xfrm>
          <a:off x="0" y="2346486"/>
          <a:ext cx="6571343" cy="1081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• Regional differences show unequal healthcare quality</a:t>
          </a:r>
          <a:endParaRPr lang="en-US" sz="2800" kern="1200"/>
        </a:p>
      </dsp:txBody>
      <dsp:txXfrm>
        <a:off x="52774" y="2399260"/>
        <a:ext cx="6465795" cy="9755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5A98F8-A224-4262-8E1A-44EB6447D3BA}">
      <dsp:nvSpPr>
        <dsp:cNvPr id="0" name=""/>
        <dsp:cNvSpPr/>
      </dsp:nvSpPr>
      <dsp:spPr>
        <a:xfrm>
          <a:off x="556925" y="785835"/>
          <a:ext cx="877097" cy="877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43491-E9A0-4D6F-B838-41383890F812}">
      <dsp:nvSpPr>
        <dsp:cNvPr id="0" name=""/>
        <dsp:cNvSpPr/>
      </dsp:nvSpPr>
      <dsp:spPr>
        <a:xfrm>
          <a:off x="20921" y="1944777"/>
          <a:ext cx="19491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• Some hospitals perform well in mortality but poorly in safety</a:t>
          </a:r>
          <a:endParaRPr lang="en-US" sz="1500" kern="1200"/>
        </a:p>
      </dsp:txBody>
      <dsp:txXfrm>
        <a:off x="20921" y="1944777"/>
        <a:ext cx="1949104" cy="720000"/>
      </dsp:txXfrm>
    </dsp:sp>
    <dsp:sp modelId="{5C8F83FB-731B-4BB0-A22F-47F7CF0CA45C}">
      <dsp:nvSpPr>
        <dsp:cNvPr id="0" name=""/>
        <dsp:cNvSpPr/>
      </dsp:nvSpPr>
      <dsp:spPr>
        <a:xfrm>
          <a:off x="2847122" y="785835"/>
          <a:ext cx="877097" cy="877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4E056-244B-46CF-AF44-252BF998408D}">
      <dsp:nvSpPr>
        <dsp:cNvPr id="0" name=""/>
        <dsp:cNvSpPr/>
      </dsp:nvSpPr>
      <dsp:spPr>
        <a:xfrm>
          <a:off x="2311119" y="1944777"/>
          <a:ext cx="19491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• Safety scores vary more than mortality scores</a:t>
          </a:r>
          <a:endParaRPr lang="en-US" sz="1500" kern="1200"/>
        </a:p>
      </dsp:txBody>
      <dsp:txXfrm>
        <a:off x="2311119" y="1944777"/>
        <a:ext cx="1949104" cy="720000"/>
      </dsp:txXfrm>
    </dsp:sp>
    <dsp:sp modelId="{A184724E-7326-4328-8684-E6396221919A}">
      <dsp:nvSpPr>
        <dsp:cNvPr id="0" name=""/>
        <dsp:cNvSpPr/>
      </dsp:nvSpPr>
      <dsp:spPr>
        <a:xfrm>
          <a:off x="5137320" y="785835"/>
          <a:ext cx="877097" cy="8770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6A7BC-94E6-450A-9B19-D034D226169C}">
      <dsp:nvSpPr>
        <dsp:cNvPr id="0" name=""/>
        <dsp:cNvSpPr/>
      </dsp:nvSpPr>
      <dsp:spPr>
        <a:xfrm>
          <a:off x="4601317" y="1944777"/>
          <a:ext cx="19491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• Only a few hospitals perform well in both domains</a:t>
          </a:r>
          <a:endParaRPr lang="en-US" sz="1500" kern="1200"/>
        </a:p>
      </dsp:txBody>
      <dsp:txXfrm>
        <a:off x="4601317" y="1944777"/>
        <a:ext cx="1949104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FE708-5A20-4F56-B886-5C333C0D0FA4}">
      <dsp:nvSpPr>
        <dsp:cNvPr id="0" name=""/>
        <dsp:cNvSpPr/>
      </dsp:nvSpPr>
      <dsp:spPr>
        <a:xfrm>
          <a:off x="0" y="421"/>
          <a:ext cx="6571343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C0761C-35A3-4371-985F-04B69356446F}">
      <dsp:nvSpPr>
        <dsp:cNvPr id="0" name=""/>
        <dsp:cNvSpPr/>
      </dsp:nvSpPr>
      <dsp:spPr>
        <a:xfrm>
          <a:off x="298158" y="222192"/>
          <a:ext cx="542106" cy="542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74DA9-DF53-42E0-B17B-15EB3F538C47}">
      <dsp:nvSpPr>
        <dsp:cNvPr id="0" name=""/>
        <dsp:cNvSpPr/>
      </dsp:nvSpPr>
      <dsp:spPr>
        <a:xfrm>
          <a:off x="1138424" y="421"/>
          <a:ext cx="5432918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• High readmission rates may indicate weaker treatment quality</a:t>
          </a:r>
          <a:endParaRPr lang="en-US" sz="2500" kern="1200"/>
        </a:p>
      </dsp:txBody>
      <dsp:txXfrm>
        <a:off x="1138424" y="421"/>
        <a:ext cx="5432918" cy="985648"/>
      </dsp:txXfrm>
    </dsp:sp>
    <dsp:sp modelId="{1E31BAFB-D87A-4D14-9502-D36BA089E591}">
      <dsp:nvSpPr>
        <dsp:cNvPr id="0" name=""/>
        <dsp:cNvSpPr/>
      </dsp:nvSpPr>
      <dsp:spPr>
        <a:xfrm>
          <a:off x="0" y="1232482"/>
          <a:ext cx="6571343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2B0E9-2C44-426A-A48E-50009C003B0F}">
      <dsp:nvSpPr>
        <dsp:cNvPr id="0" name=""/>
        <dsp:cNvSpPr/>
      </dsp:nvSpPr>
      <dsp:spPr>
        <a:xfrm>
          <a:off x="298158" y="1454253"/>
          <a:ext cx="542106" cy="542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7A088-2325-453A-9A8B-7FD72AE4D689}">
      <dsp:nvSpPr>
        <dsp:cNvPr id="0" name=""/>
        <dsp:cNvSpPr/>
      </dsp:nvSpPr>
      <dsp:spPr>
        <a:xfrm>
          <a:off x="1138424" y="1232482"/>
          <a:ext cx="5432918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• Patient experience is stable across hospitals</a:t>
          </a:r>
          <a:endParaRPr lang="en-US" sz="2500" kern="1200"/>
        </a:p>
      </dsp:txBody>
      <dsp:txXfrm>
        <a:off x="1138424" y="1232482"/>
        <a:ext cx="5432918" cy="985648"/>
      </dsp:txXfrm>
    </dsp:sp>
    <dsp:sp modelId="{F2213FF0-C097-43F8-96D7-FD6C4AE25104}">
      <dsp:nvSpPr>
        <dsp:cNvPr id="0" name=""/>
        <dsp:cNvSpPr/>
      </dsp:nvSpPr>
      <dsp:spPr>
        <a:xfrm>
          <a:off x="0" y="2464543"/>
          <a:ext cx="6571343" cy="98564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A8A96-79BB-4E8B-8AC2-D9FE01B70D6C}">
      <dsp:nvSpPr>
        <dsp:cNvPr id="0" name=""/>
        <dsp:cNvSpPr/>
      </dsp:nvSpPr>
      <dsp:spPr>
        <a:xfrm>
          <a:off x="298158" y="2686314"/>
          <a:ext cx="542106" cy="5421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D2670-8C5F-47AC-8B0C-89E89CA5ADD4}">
      <dsp:nvSpPr>
        <dsp:cNvPr id="0" name=""/>
        <dsp:cNvSpPr/>
      </dsp:nvSpPr>
      <dsp:spPr>
        <a:xfrm>
          <a:off x="1138424" y="2464543"/>
          <a:ext cx="5432918" cy="985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314" tIns="104314" rIns="104314" bIns="10431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• Good patient experience does not always mean better clinical performance</a:t>
          </a:r>
          <a:endParaRPr lang="en-US" sz="2500" kern="1200"/>
        </a:p>
      </dsp:txBody>
      <dsp:txXfrm>
        <a:off x="1138424" y="2464543"/>
        <a:ext cx="5432918" cy="98564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1ABE7-9978-4F96-880A-C156434C04F3}">
      <dsp:nvSpPr>
        <dsp:cNvPr id="0" name=""/>
        <dsp:cNvSpPr/>
      </dsp:nvSpPr>
      <dsp:spPr>
        <a:xfrm>
          <a:off x="0" y="0"/>
          <a:ext cx="3548062" cy="102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Increased better performance percentage</a:t>
          </a:r>
          <a:endParaRPr lang="en-US" sz="1800" kern="1200"/>
        </a:p>
      </dsp:txBody>
      <dsp:txXfrm>
        <a:off x="29879" y="29879"/>
        <a:ext cx="2361028" cy="960401"/>
      </dsp:txXfrm>
    </dsp:sp>
    <dsp:sp modelId="{44E4034A-96F4-4D6B-8E9E-E6FF6B2A99B4}">
      <dsp:nvSpPr>
        <dsp:cNvPr id="0" name=""/>
        <dsp:cNvSpPr/>
      </dsp:nvSpPr>
      <dsp:spPr>
        <a:xfrm>
          <a:off x="297150" y="1205642"/>
          <a:ext cx="3548062" cy="102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130992"/>
                <a:satOff val="3728"/>
                <a:lumOff val="3987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1130992"/>
                <a:satOff val="3728"/>
                <a:lumOff val="3987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1130992"/>
                <a:satOff val="3728"/>
                <a:lumOff val="3987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Simulated improvements in safety and readmission scores</a:t>
          </a:r>
          <a:endParaRPr lang="en-US" sz="1800" kern="1200"/>
        </a:p>
      </dsp:txBody>
      <dsp:txXfrm>
        <a:off x="327029" y="1235521"/>
        <a:ext cx="2528050" cy="960401"/>
      </dsp:txXfrm>
    </dsp:sp>
    <dsp:sp modelId="{5CAA2C19-9D09-4052-9073-2F0BBF3D359A}">
      <dsp:nvSpPr>
        <dsp:cNvPr id="0" name=""/>
        <dsp:cNvSpPr/>
      </dsp:nvSpPr>
      <dsp:spPr>
        <a:xfrm>
          <a:off x="589865" y="2411285"/>
          <a:ext cx="3548062" cy="102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261984"/>
                <a:satOff val="7457"/>
                <a:lumOff val="797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2261984"/>
                <a:satOff val="7457"/>
                <a:lumOff val="797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2261984"/>
                <a:satOff val="7457"/>
                <a:lumOff val="797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• Compared projected better hospital counts</a:t>
          </a:r>
          <a:endParaRPr lang="en-US" sz="1800" kern="1200"/>
        </a:p>
      </dsp:txBody>
      <dsp:txXfrm>
        <a:off x="619744" y="2441164"/>
        <a:ext cx="2532485" cy="960401"/>
      </dsp:txXfrm>
    </dsp:sp>
    <dsp:sp modelId="{D8B595E7-2F6D-4888-8302-ABCBBB4E7C37}">
      <dsp:nvSpPr>
        <dsp:cNvPr id="0" name=""/>
        <dsp:cNvSpPr/>
      </dsp:nvSpPr>
      <dsp:spPr>
        <a:xfrm>
          <a:off x="887015" y="3616928"/>
          <a:ext cx="3548062" cy="102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392975"/>
                <a:satOff val="11185"/>
                <a:lumOff val="11961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-3392975"/>
                <a:satOff val="11185"/>
                <a:lumOff val="11961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-3392975"/>
                <a:satOff val="11185"/>
                <a:lumOff val="11961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Small improvements can significantly increase high performing hospitals</a:t>
          </a:r>
          <a:endParaRPr lang="en-US" sz="1800" kern="1200"/>
        </a:p>
      </dsp:txBody>
      <dsp:txXfrm>
        <a:off x="916894" y="3646807"/>
        <a:ext cx="2528050" cy="960401"/>
      </dsp:txXfrm>
    </dsp:sp>
    <dsp:sp modelId="{465F2CA0-BF55-4A47-BECF-178B587045A4}">
      <dsp:nvSpPr>
        <dsp:cNvPr id="0" name=""/>
        <dsp:cNvSpPr/>
      </dsp:nvSpPr>
      <dsp:spPr>
        <a:xfrm>
          <a:off x="2884958" y="781349"/>
          <a:ext cx="663103" cy="6631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034156" y="781349"/>
        <a:ext cx="364707" cy="498985"/>
      </dsp:txXfrm>
    </dsp:sp>
    <dsp:sp modelId="{427DE483-B458-405A-BB30-757FA7E0B7D2}">
      <dsp:nvSpPr>
        <dsp:cNvPr id="0" name=""/>
        <dsp:cNvSpPr/>
      </dsp:nvSpPr>
      <dsp:spPr>
        <a:xfrm>
          <a:off x="3182109" y="1986992"/>
          <a:ext cx="663103" cy="6631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96409"/>
            <a:satOff val="8402"/>
            <a:lumOff val="1248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2096409"/>
              <a:satOff val="8402"/>
              <a:lumOff val="124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331307" y="1986992"/>
        <a:ext cx="364707" cy="498985"/>
      </dsp:txXfrm>
    </dsp:sp>
    <dsp:sp modelId="{57D35E94-0E41-473A-85F5-1828301D85CB}">
      <dsp:nvSpPr>
        <dsp:cNvPr id="0" name=""/>
        <dsp:cNvSpPr/>
      </dsp:nvSpPr>
      <dsp:spPr>
        <a:xfrm>
          <a:off x="3474824" y="3192635"/>
          <a:ext cx="663103" cy="6631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192819"/>
            <a:satOff val="16804"/>
            <a:lumOff val="2495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4192819"/>
              <a:satOff val="16804"/>
              <a:lumOff val="249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3624022" y="3192635"/>
        <a:ext cx="364707" cy="49898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F2CBE-0BA3-4EE3-A38C-BF7DD139E81B}">
      <dsp:nvSpPr>
        <dsp:cNvPr id="0" name=""/>
        <dsp:cNvSpPr/>
      </dsp:nvSpPr>
      <dsp:spPr>
        <a:xfrm>
          <a:off x="0" y="566"/>
          <a:ext cx="443507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306C10-1DB1-4550-993D-A9EC3855E7AE}">
      <dsp:nvSpPr>
        <dsp:cNvPr id="0" name=""/>
        <dsp:cNvSpPr/>
      </dsp:nvSpPr>
      <dsp:spPr>
        <a:xfrm>
          <a:off x="0" y="566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• Most hospitals are average performers</a:t>
          </a:r>
          <a:endParaRPr lang="en-US" sz="2700" kern="1200"/>
        </a:p>
      </dsp:txBody>
      <dsp:txXfrm>
        <a:off x="0" y="566"/>
        <a:ext cx="4435078" cy="927191"/>
      </dsp:txXfrm>
    </dsp:sp>
    <dsp:sp modelId="{E3E1E874-543A-425F-A36D-BDCBF51FF752}">
      <dsp:nvSpPr>
        <dsp:cNvPr id="0" name=""/>
        <dsp:cNvSpPr/>
      </dsp:nvSpPr>
      <dsp:spPr>
        <a:xfrm>
          <a:off x="0" y="927757"/>
          <a:ext cx="443507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4814C5-8142-474E-A45C-FDB5BC98A656}">
      <dsp:nvSpPr>
        <dsp:cNvPr id="0" name=""/>
        <dsp:cNvSpPr/>
      </dsp:nvSpPr>
      <dsp:spPr>
        <a:xfrm>
          <a:off x="0" y="927757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• State wise differences are visible</a:t>
          </a:r>
          <a:endParaRPr lang="en-US" sz="2700" kern="1200"/>
        </a:p>
      </dsp:txBody>
      <dsp:txXfrm>
        <a:off x="0" y="927757"/>
        <a:ext cx="4435078" cy="927191"/>
      </dsp:txXfrm>
    </dsp:sp>
    <dsp:sp modelId="{F4EA33D9-AF0C-4B36-B540-44E5015DD8E5}">
      <dsp:nvSpPr>
        <dsp:cNvPr id="0" name=""/>
        <dsp:cNvSpPr/>
      </dsp:nvSpPr>
      <dsp:spPr>
        <a:xfrm>
          <a:off x="0" y="1854948"/>
          <a:ext cx="4435078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0FF094-073B-49DC-ADA9-8188A9F41C12}">
      <dsp:nvSpPr>
        <dsp:cNvPr id="0" name=""/>
        <dsp:cNvSpPr/>
      </dsp:nvSpPr>
      <dsp:spPr>
        <a:xfrm>
          <a:off x="0" y="1854948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• Private hospitals generally perform better</a:t>
          </a:r>
          <a:endParaRPr lang="en-US" sz="2700" kern="1200"/>
        </a:p>
      </dsp:txBody>
      <dsp:txXfrm>
        <a:off x="0" y="1854948"/>
        <a:ext cx="4435078" cy="927191"/>
      </dsp:txXfrm>
    </dsp:sp>
    <dsp:sp modelId="{A20841BC-4C99-45DE-96AA-73371E85EB35}">
      <dsp:nvSpPr>
        <dsp:cNvPr id="0" name=""/>
        <dsp:cNvSpPr/>
      </dsp:nvSpPr>
      <dsp:spPr>
        <a:xfrm>
          <a:off x="0" y="2782139"/>
          <a:ext cx="443507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1D98EB-06C9-4E96-8647-188A7430F490}">
      <dsp:nvSpPr>
        <dsp:cNvPr id="0" name=""/>
        <dsp:cNvSpPr/>
      </dsp:nvSpPr>
      <dsp:spPr>
        <a:xfrm>
          <a:off x="0" y="2782139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• Patient experience does not always match clinical quality</a:t>
          </a:r>
          <a:endParaRPr lang="en-US" sz="2700" kern="1200"/>
        </a:p>
      </dsp:txBody>
      <dsp:txXfrm>
        <a:off x="0" y="2782139"/>
        <a:ext cx="4435078" cy="927191"/>
      </dsp:txXfrm>
    </dsp:sp>
    <dsp:sp modelId="{6E216120-8C1B-4A65-9851-8B1455365CC6}">
      <dsp:nvSpPr>
        <dsp:cNvPr id="0" name=""/>
        <dsp:cNvSpPr/>
      </dsp:nvSpPr>
      <dsp:spPr>
        <a:xfrm>
          <a:off x="0" y="3709330"/>
          <a:ext cx="4435078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6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6071B8-D624-4F56-93AE-2025F729FC45}">
      <dsp:nvSpPr>
        <dsp:cNvPr id="0" name=""/>
        <dsp:cNvSpPr/>
      </dsp:nvSpPr>
      <dsp:spPr>
        <a:xfrm>
          <a:off x="0" y="3709330"/>
          <a:ext cx="4435078" cy="9271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kern="1200"/>
            <a:t>• Small improvements create a large positive impact</a:t>
          </a:r>
          <a:endParaRPr lang="en-US" sz="2700" kern="1200"/>
        </a:p>
      </dsp:txBody>
      <dsp:txXfrm>
        <a:off x="0" y="3709330"/>
        <a:ext cx="4435078" cy="927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11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04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17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87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4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19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0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09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014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7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09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1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B0BB24-CF19-4E6C-AFC4-A0F18438D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5710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38CEF5-63E3-4928-9F1C-395224D24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3" y="0"/>
            <a:ext cx="9146155" cy="612258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1040302"/>
            <a:ext cx="7202456" cy="102022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</a:rPr>
              <a:t>Hospital Performance Dashboard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28CB6C-F677-4C0B-9EE8-4D1C44DDF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2742" y="2081620"/>
            <a:ext cx="718649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5" y="2355536"/>
            <a:ext cx="7077303" cy="3215530"/>
          </a:xfrm>
        </p:spPr>
        <p:txBody>
          <a:bodyPr>
            <a:normAutofit/>
          </a:bodyPr>
          <a:lstStyle/>
          <a:p>
            <a:r>
              <a:rPr lang="en-US" b="0">
                <a:latin typeface="Times New Roman"/>
              </a:rPr>
              <a:t>Power BI Capstone Project</a:t>
            </a:r>
          </a:p>
          <a:p>
            <a:r>
              <a:rPr lang="en-US" b="0">
                <a:latin typeface="Times New Roman"/>
              </a:rPr>
              <a:t>Batch 2</a:t>
            </a:r>
          </a:p>
          <a:p>
            <a:endParaRPr lang="en-US" b="0">
              <a:latin typeface="Times New Roman"/>
            </a:endParaRPr>
          </a:p>
          <a:p>
            <a:r>
              <a:rPr lang="en-US" b="0">
                <a:latin typeface="Times New Roman"/>
              </a:rPr>
              <a:t>Prepared by: </a:t>
            </a:r>
            <a:r>
              <a:rPr lang="en-US" b="0" err="1">
                <a:latin typeface="Times New Roman"/>
              </a:rPr>
              <a:t>Dr.M.Kalpanadevi</a:t>
            </a:r>
            <a:endParaRPr lang="en-US" b="0">
              <a:latin typeface="Times New Roman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CA9B9-8D14-4AF2-934E-21FE4A339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6122584"/>
            <a:ext cx="9143772" cy="735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459" y="1138228"/>
            <a:ext cx="2845263" cy="3858767"/>
          </a:xfrm>
        </p:spPr>
        <p:txBody>
          <a:bodyPr anchor="ctr">
            <a:normAutofit/>
          </a:bodyPr>
          <a:lstStyle/>
          <a:p>
            <a:r>
              <a:rPr lang="en-US" sz="2600" b="1">
                <a:latin typeface="Times New Roman"/>
              </a:rPr>
              <a:t>Project Introduction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825015" y="638300"/>
            <a:ext cx="4807204" cy="4858625"/>
            <a:chOff x="7807230" y="2012810"/>
            <a:chExt cx="3251252" cy="34598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918" y="973636"/>
            <a:ext cx="4327398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8362" y="1138228"/>
            <a:ext cx="4080510" cy="3858768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>
                <a:solidFill>
                  <a:srgbClr val="000000"/>
                </a:solidFill>
                <a:latin typeface="Times New Roman"/>
              </a:rPr>
              <a:t>This project focuses on analyzing hospital performance across different quality domains using Power BI.</a:t>
            </a:r>
          </a:p>
          <a:p>
            <a:pPr>
              <a:lnSpc>
                <a:spcPct val="110000"/>
              </a:lnSpc>
            </a:pPr>
            <a:endParaRPr lang="en-US" sz="1400" b="1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Overall hospital ratings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Mortality performance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Safety performance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Readmission performance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Patient experience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Ownership and hospital type analysis</a:t>
            </a:r>
          </a:p>
          <a:p>
            <a:pPr>
              <a:lnSpc>
                <a:spcPct val="110000"/>
              </a:lnSpc>
            </a:pPr>
            <a:r>
              <a:rPr lang="en-US" sz="1400" b="0">
                <a:solidFill>
                  <a:srgbClr val="000000"/>
                </a:solidFill>
                <a:latin typeface="Times New Roman"/>
              </a:rPr>
              <a:t>• State wise performance comparison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sz="3000" b="1">
                <a:latin typeface="Times New Roman"/>
              </a:rPr>
              <a:t>Project Objective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D2CEF8-BA84-EF89-6B52-BF08835F2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0591790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sz="3000" b="1">
                <a:latin typeface="Times New Roman"/>
              </a:rPr>
              <a:t>Dataset Overview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571AF675-EE72-0A8B-73EF-C54B91D701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335438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Data Cleaning and Preparation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7145AE-25F2-D26E-557C-3CD8AF5372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Data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66E672-52A9-D168-5361-EA7F394FCE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Times New Roman"/>
              </a:rPr>
              <a:t>Key KPIs Used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50F0881F-E054-A870-411D-6090C0D7EF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</a:rPr>
              <a:t>Overall Performance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055858-0BE3-18DA-5884-47791FD3EE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060305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latin typeface="Times New Roman"/>
              </a:rPr>
              <a:t>State Wise Analysis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FD607ED-4FEE-192E-E2CE-A2ACC58B96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Mortality and Safety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2DCC1F-56F8-F968-30D1-793C56F639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Readmission and Patient Experience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D39039-5613-807E-661E-EB6E2AE04F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43491" y="2015733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E5E629-7060-41F9-8B50-02B2E85F7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091" y="1268898"/>
            <a:ext cx="2581384" cy="4361688"/>
          </a:xfrm>
        </p:spPr>
        <p:txBody>
          <a:bodyPr anchor="ctr">
            <a:normAutofit/>
          </a:bodyPr>
          <a:lstStyle/>
          <a:p>
            <a:r>
              <a:rPr lang="en-US" sz="3000" b="1">
                <a:latin typeface="Times New Roman"/>
              </a:rPr>
              <a:t>Ownership and Hospital Type Analysis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A74D93-ED7F-4633-8594-99D9FA43D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52253" y="676656"/>
            <a:ext cx="5209146" cy="5546173"/>
            <a:chOff x="4603005" y="1286439"/>
            <a:chExt cx="6292376" cy="428948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493448-FE74-4227-AC61-AF38A2227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03005" y="1286439"/>
              <a:ext cx="6292376" cy="428948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DA5412-7A0F-451B-86FE-5B4B38E05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02049" y="1490915"/>
              <a:ext cx="5894288" cy="3880536"/>
            </a:xfrm>
            <a:prstGeom prst="rect">
              <a:avLst/>
            </a:prstGeom>
            <a:solidFill>
              <a:schemeClr val="bg1">
                <a:alpha val="98000"/>
              </a:schemeClr>
            </a:soli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1598E19-BACC-4AD6-8E51-F08B186A0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8822" y="1104306"/>
            <a:ext cx="4636008" cy="4690872"/>
          </a:xfrm>
          <a:prstGeom prst="rect">
            <a:avLst/>
          </a:prstGeom>
          <a:solidFill>
            <a:schemeClr val="tx2"/>
          </a:solidFill>
          <a:ln w="6350">
            <a:solidFill>
              <a:schemeClr val="bg2"/>
            </a:solidFill>
          </a:ln>
          <a:effectLst>
            <a:innerShdw blurRad="114300">
              <a:prstClr val="black">
                <a:alpha val="78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2266" y="1268898"/>
            <a:ext cx="4389120" cy="4361688"/>
          </a:xfrm>
        </p:spPr>
        <p:txBody>
          <a:bodyPr anchor="ctr">
            <a:norm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Times New Roman"/>
              </a:rPr>
              <a:t> Private hospitals generally perform better than government hospitals</a:t>
            </a:r>
          </a:p>
          <a:p>
            <a:r>
              <a:rPr lang="en-US">
                <a:solidFill>
                  <a:schemeClr val="bg1"/>
                </a:solidFill>
                <a:latin typeface="Times New Roman"/>
              </a:rPr>
              <a:t> </a:t>
            </a:r>
            <a:r>
              <a:rPr lang="en-US" b="0">
                <a:solidFill>
                  <a:schemeClr val="bg1"/>
                </a:solidFill>
                <a:latin typeface="Times New Roman"/>
              </a:rPr>
              <a:t>Acute care hospitals perform differently from specialty hospitals</a:t>
            </a:r>
            <a:endParaRPr lang="en-US" b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US" b="0">
                <a:solidFill>
                  <a:schemeClr val="bg1"/>
                </a:solidFill>
                <a:latin typeface="Times New Roman"/>
              </a:rPr>
              <a:t> Ownership affects resources and service quality</a:t>
            </a:r>
            <a:endParaRPr lang="en-US" b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b="1">
                <a:latin typeface="Times New Roman"/>
              </a:rPr>
              <a:t>What If Analysis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2D3C7A-5B28-EA54-F0A9-ED68068B7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953266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2303047"/>
            <a:ext cx="2454070" cy="2674198"/>
          </a:xfrm>
        </p:spPr>
        <p:txBody>
          <a:bodyPr anchor="t">
            <a:normAutofit/>
          </a:bodyPr>
          <a:lstStyle/>
          <a:p>
            <a:r>
              <a:rPr lang="en-US" b="1">
                <a:latin typeface="Times New Roman"/>
              </a:rPr>
              <a:t>Key Business Insights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9BC9F-45A9-FC33-BFE5-E00038244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676031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62" y="1240076"/>
            <a:ext cx="2045860" cy="4584527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195" y="1240077"/>
            <a:ext cx="4526120" cy="4916465"/>
          </a:xfrm>
        </p:spPr>
        <p:txBody>
          <a:bodyPr anchor="t">
            <a:normAutofit/>
          </a:bodyPr>
          <a:lstStyle/>
          <a:p>
            <a:r>
              <a:rPr lang="en-US" b="1">
                <a:latin typeface="Times New Roman"/>
              </a:rPr>
              <a:t>The dashboard helps understand healthcare quality across hospitals, states, and performance domains.</a:t>
            </a:r>
          </a:p>
          <a:p>
            <a:endParaRPr lang="en-US" b="1">
              <a:latin typeface="Times New Roman"/>
            </a:endParaRPr>
          </a:p>
          <a:p>
            <a:r>
              <a:rPr lang="en-US" b="0">
                <a:latin typeface="Times New Roman"/>
              </a:rPr>
              <a:t>It supports better planning, resource allocation, and decision making.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FDF9410-E530-4E71-A2C0-4C24B4896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4724" y="1427304"/>
            <a:ext cx="6515100" cy="3241515"/>
          </a:xfrm>
        </p:spPr>
        <p:txBody>
          <a:bodyPr vert="horz" lIns="91440" tIns="45720" rIns="91440" bIns="0" rtlCol="0" anchor="ctr">
            <a:normAutofit/>
          </a:bodyPr>
          <a:lstStyle/>
          <a:p>
            <a:pPr defTabSz="914400"/>
            <a:r>
              <a:rPr lang="en-US" sz="4700"/>
              <a:t>Thank You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268B1E-8861-4702-9529-5A8FB23A61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4724" y="1094758"/>
            <a:ext cx="65151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6646AE-8FD6-411E-8640-6CCB250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14724" y="4923706"/>
            <a:ext cx="651510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485</Words>
  <Application>Microsoft Office PowerPoint</Application>
  <PresentationFormat>On-screen Show (4:3)</PresentationFormat>
  <Paragraphs>96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Gallery</vt:lpstr>
      <vt:lpstr>Hospital Performance Dashboard</vt:lpstr>
      <vt:lpstr>Project Introduction</vt:lpstr>
      <vt:lpstr>Project Objective</vt:lpstr>
      <vt:lpstr>Dataset Overview</vt:lpstr>
      <vt:lpstr>Data Cleaning and Preparation</vt:lpstr>
      <vt:lpstr>Data Model</vt:lpstr>
      <vt:lpstr>Key KPIs Used</vt:lpstr>
      <vt:lpstr>Overall Performance Analysis</vt:lpstr>
      <vt:lpstr>State Wise Analysis</vt:lpstr>
      <vt:lpstr>Mortality and Safety Analysis</vt:lpstr>
      <vt:lpstr>Readmission and Patient Experience</vt:lpstr>
      <vt:lpstr>Ownership and Hospital Type Analysis</vt:lpstr>
      <vt:lpstr>What If Analysis</vt:lpstr>
      <vt:lpstr>Key Business Insights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Kalpanadevi M</cp:lastModifiedBy>
  <cp:revision>35</cp:revision>
  <dcterms:created xsi:type="dcterms:W3CDTF">2013-01-27T09:14:16Z</dcterms:created>
  <dcterms:modified xsi:type="dcterms:W3CDTF">2026-04-19T20:24:35Z</dcterms:modified>
  <cp:category/>
</cp:coreProperties>
</file>